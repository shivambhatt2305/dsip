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0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6:41:38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9575 1463 0,'24'0'16,"-48"0"109,-1 0-63,0 0-46,0 0-16,0 0 16,1 0-16,-1 0 31,0 0-15,0 0-16,-24 50 15,24-25-15,0 0 16,-25 24-1,26 1 1,24-25 0,0 0-1,24-25 1,1 49 0,-25-24 15,25-25-31,0 25 31,0 0-15,-1-25-16,1 24 0,0-24 15,0 25 1,24 0-16,-24 0 31,0-25-31,-25 25 16,25-1-1,-25 1-15,0 0 32,0 0 15,-25 0-47,0-25 31,25 24-31,-49 1 0,24-25 15,-25 25 1,25-25 0,1 0-16,-1 0 31,0 0-31,0-25 16,0 0-16,1 1 15,-1-1 1,0 25-1</inkml:trace>
  <inkml:trace contextRef="#ctx0" brushRef="#br0" timeOffset="909.9217">9897 1836 0,'0'24'110,"-25"-24"46</inkml:trace>
  <inkml:trace contextRef="#ctx0" brushRef="#br0" timeOffset="3219.7858">10021 1885 0,'-25'0'78,"25"-25"-78,-25 1 47,1 24-31,-1 0 31,25 24 31,0 1-78,0 0 15,0 25 1,0-1 0,25 1-1,-25-1 1,0-24-1,24-25 1</inkml:trace>
  <inkml:trace contextRef="#ctx0" brushRef="#br0" timeOffset="3509.7694">10046 1662 0,'-25'0'15,"25"-25"1,0 50 31,0 0-47</inkml:trace>
  <inkml:trace contextRef="#ctx0" brushRef="#br0" timeOffset="4339.7217">10393 1935 0,'0'-25'16,"0"0"-1,0 0 17,-25 25-17,1 25 1,-26 25 0,50-1 15,0-24-31,0 0 0,25-25 15,-25 25 1,25-25 0,24-25-16,-24-74 31,-25 49-15,-25 25-1,25 50 16,0 0-31,-25 0 32,25 0-32,0-1 0,0 26 15,0-25-15,0 0 0,0 49 16,0 50 0,0 0 15,0 0-31,-24-25 31,-1-74-31,0 50 16,0-51-16,25 1 0,-25 0 0,25 0 31,-24 0-15,-1-25-1,0-75 1,0 50-16,0-49 15,1 49-15,24 0 0,0-49 16,24-1 0,26 1-1,0 49 1,24-24 0,0 24 15,-74 0-31,100 0 0,-76 0 15,1 25-15</inkml:trace>
  <inkml:trace contextRef="#ctx0" brushRef="#br0" timeOffset="4859.6894">10864 1960 0,'0'-25'0,"-24"25"0,48 25 47,-24-1-47,25-24 16,-25 50-16,0-25 0,0 49 31,0-49-31,-25 0 0,25 0 16,0 24-16,0-74 31,0-24-15,25-1-1,25-49 1,-25 99-16,-1-50 15,-24 26-15,25 24 16,0-25 0,0 25-1,0 25 1,-1 24 0,-24-24-16,25 25 31,-25-26-31,0 26 0,-25 0 31,25-1-31</inkml:trace>
  <inkml:trace contextRef="#ctx0" brushRef="#br0" timeOffset="5709.6388">11534 1984 0,'-25'0'16,"1"0"0,-1 0 15,0 0-15,0 25-1,0 25 1,25-1-1,0-24 1,50-25 0,-25 0-1,0-49 1,-1 49-16,-24-50 16,0 25-16,0 0 15,0 50 32,0 0-31,25 25-16,25-1 31,24-24-15,-24-25-1,24-25 1,1-49-1,-26-1 1,1 1 0,-50 49-16,0-49 15,0 49-15,0-49 16,-25 24 0,0 0 15,25 25-31,0 1 31,0 48-15,-25 26-1,25 25 1,0 73 0,0 26-1,25 0 1,-25-125-16,25 50 15</inkml:trace>
  <inkml:trace contextRef="#ctx0" brushRef="#br0" timeOffset="12769.297">12576 1786 0,'-25'0'15,"25"-25"1,0 0 109,0 1-94,-25 24 0,25 24-15,-24-24-16,24 25 16,-25 25-1,0 24 1,25-49-16,-25 25 15,25-26-15,50 1 16,-25 25 0,24-25-1,26-25 1</inkml:trace>
  <inkml:trace contextRef="#ctx0" brushRef="#br0" timeOffset="13219.2696">12898 1860 0,'0'0'0,"0"-24"0,25-1 16,25 0-1,-1 0 1,1 25 0,0 25-1,-26 0 1,1 24 0,-25 1 15,0-25-31,-49 0 31,24-1-15,0-24-16,0 0 0,0-24 15,1 24 1,-26-25 0,25-25-1,25 25 1,25 1-1,25 24 1</inkml:trace>
  <inkml:trace contextRef="#ctx0" brushRef="#br0" timeOffset="13669.187">13370 1736 0,'25'25'47,"-1"-25"-47,-24 25 16,0 0-16,25 49 15,-25-49-15,0 0 16,0 0-1,0-50 17,0 0-17,50-49 1,-25 24 0,24 25 15,-24 25-31,25 0 31,-26 25-31,-24 0 16,25-25-16,-25 25 0,0-1 0,25 1 31,-25 25-15,-25-25-1</inkml:trace>
  <inkml:trace contextRef="#ctx0" brushRef="#br0" timeOffset="14109.1432">13965 1836 0,'-25'-25'15,"50"25"32,-25 25-47,25-1 0,0 1 16,-1 0-16,1 0 31,-25 0-31,0-1 16,0 1-1,0-50 32,25 1-31,0-26-1,0 50-15,-1-50 16,-24 26 0,25 24-16,0 0 31,-25-25-31,25 25 31</inkml:trace>
  <inkml:trace contextRef="#ctx0" brushRef="#br0" timeOffset="14489.195">14461 1910 0,'0'-25'16,"25"25"-16,25-25 31,-26 25-31,1-24 16,-25-1 0,0 0 15,-25 25-31,1 0 31,-1 25-15,-25 0-16,25-1 31,1 1-31,24 25 16,0-25-16,0-1 15,24 1 1,51 0-1,24-25 1,0-25 0</inkml:trace>
  <inkml:trace contextRef="#ctx0" brushRef="#br0" timeOffset="14869.1536">14808 1860 0,'0'0'0,"0"-24"15,50 24 1,-25-25 0,0 25-16,49 25 31,-24-1-15,-26 1-1,-24 25 1,0-25-1,-24-25 1,24 24 0,-25-24-1,25-24 1,-25-1 0,25 0-16,0 0 31,25 0-31,0 1 0,-1 24 15,1-25 1,0 25 0,0 0-16</inkml:trace>
  <inkml:trace contextRef="#ctx0" brushRef="#br0" timeOffset="15209.0781">15553 1786 0,'0'-25'0,"-50"50"47,50 0-32,0 0 1,-25 24-16,0 1 31,25-25-31,0-1 16,0 1-16,25 0 15,-50-25 32,-24 0-47,-1 0 16,25 0-16,-24 0 15,24 0-15</inkml:trace>
  <inkml:trace contextRef="#ctx0" brushRef="#br0" timeOffset="15509.0599">16024 1786 0,'-25'0'15,"0"0"1,25 25 0,0 0-1,0-1 1,25 51-1,-25-26 1,0-24 0</inkml:trace>
  <inkml:trace contextRef="#ctx0" brushRef="#br0" timeOffset="15679.1282">15999 1662 0,'0'0'0,"-25"-25"15,0-25 1,1 1 0</inkml:trace>
  <inkml:trace contextRef="#ctx0" brushRef="#br0" timeOffset="16119.1013">16495 1836 0,'-25'0'16,"25"-25"0,-24 25-16,24 25 31,-25-1-15,0 1-1,0 25 1,25-25-1,0-1 1,50-24 0,-1 0-1,-24-24 1,-25-1-16,25 0 16,-25 0-1,0 0 1,-25 25-1,25-24 1,-25-1 0</inkml:trace>
  <inkml:trace contextRef="#ctx0" brushRef="#br0" timeOffset="16539.0743">16892 1786 0,'0'0'0,"0"-25"16,0 50 15,0 0-15,0 0-16,0 24 31,0-24-31,0 0 0,-25 0 31,25-50 0,25 25-15,0-50 0,-25 25-16,49 1 15,-24 24-15,0 24 31,0 1-15,-25 0 0,0 25-1,0-1 1,0-24-16,-25 0 16</inkml:trace>
  <inkml:trace contextRef="#ctx0" brushRef="#br0" timeOffset="17628.9708">18182 1736 0,'0'-24'31,"-25"24"-15,25 24 15,-50-24-31,26 50 16,-1-25-16,-50 99 16,75-99-16,-49 74 31,-1 50-31,25-1 31,-24-48-15,49-76-16,-25 26 0</inkml:trace>
  <inkml:trace contextRef="#ctx0" brushRef="#br0" timeOffset="17818.9227">17711 2282 0,'0'0'0,"24"0"0,26-50 16,74 1 0,25-1 15,-100 50-31,26-25 0,-50 1 0</inkml:trace>
  <inkml:trace contextRef="#ctx0" brushRef="#br0" timeOffset="18188.902">18479 1935 0,'0'0'0,"0"-25"0,25 0 16,0 25-1,25 0 1,-25 50 0,-25 24-1,0-49-15,0 25 16,-25-1 0,0-24-16,0-25 31,25-25-16,0 0 1,50-49 0,-25 49-16,24-24 0,-24 24 0,0 25 15,24-50 1,26 25 0,-26 25-1,-24 0-15</inkml:trace>
  <inkml:trace contextRef="#ctx0" brushRef="#br0" timeOffset="18518.9607">19273 1885 0,'0'0'0,"0"-25"0,25 25 15,-25 25 16,0 0-15,0 25 0,-25-1-16,-49 1 31,24-25-15,50-1-16,-49-24 15,24 0-15,25-24 16,-25-26-1,25 0 1,50 1 0,-1 24-1,-24 0-15,25 25 16</inkml:trace>
  <inkml:trace contextRef="#ctx0" brushRef="#br0" timeOffset="19108.8474">19621 1836 0,'24'0'31,"-24"24"-31,-24-24 16,24 50-1,-50 0 1,50-1-1,-25-24 1,25 0 0,0-50-1,25 0 1,25-24 0,24 24 15,-49 25-31,0-25 0,-1 25 0,1 0 15,0 0 1,-25 25 0,0 24-16,0-24 31,0 25-15,-25-50-1,50-25 1,0 0-1,49-49 1,1 49 0,-1 25-1,-49 0 1,-25 50 0,0-1 15,-25 1-31,0 24 31,-24-24-15</inkml:trace>
  <inkml:trace contextRef="#ctx0" brushRef="#br0" timeOffset="19818.8806">21010 1811 0,'0'0'0,"0"25"62,0-1-62,0 1 0,0 25 16,-25 24 0,-25 1-1,50-51-15,-25 26 16,25-25 0,0-50 15,0-49-31,75-50 31,-1-50-15,-49 124-16,25-74 0,-26 75 15,26-26 1,0 26 0,-1 24-1,1 25 1,-1 74-1,-49-49-15,25 74 16,-25-74-16,25 0 0,-25 74 16,0 25-1,-50 0 1,1-25 0,49-24 15,0-50-31,49-1 0</inkml:trace>
  <inkml:trace contextRef="#ctx0" brushRef="#br0" timeOffset="20088.8652">20960 1935 0,'0'0'0,"0"-25"0,0 0 31,25 25-15,24 0 0,51 0 15,-1 0-31,-25 0 15</inkml:trace>
  <inkml:trace contextRef="#ctx0" brushRef="#br0" timeOffset="20508.7643">21754 1836 0,'0'24'46,"49"1"-46,-49 0 16,0 0-16,0 24 16,-24 1-1,-1 0 1,0-26 0,25-48 15,25-1-31,49-74 31,1 49-15,-1 0-16,-24 50 31,-26 25-15,-24 0-1,0 0-15,0 24 16,0-24-16,-24 0 15,-26 25 1,25-1 0,25-24-16</inkml:trace>
  <inkml:trace contextRef="#ctx0" brushRef="#br0" timeOffset="20918.7611">22349 2034 0,'0'0'0,"0"-25"0,0 0 0,-25 25 47,0 25-31,-24 25-1,-1-1 1,50 1-1,0-75 17,75 0-17,-51-24 1,-24 24 0,25 25 15,-25 25-16,25 0-15,0-1 32,0 1-32,24 25 31,-24-50-15,0 0-16,49 0 15,-49-25-15</inkml:trace>
  <inkml:trace contextRef="#ctx0" brushRef="#br0" timeOffset="21168.8006">22870 1786 0,'0'0'0,"-50"0"0,50-25 0,0 0 16,-24 25-16,-1-24 16,25 48 15,0 1-31,25 25 15,-25 24 17,0-49-32,0 49 0,0-49 0,0 0 15,-25 49 1,25 1 0,0-50-1</inkml:trace>
  <inkml:trace contextRef="#ctx0" brushRef="#br0" timeOffset="21468.7872">23292 1935 0,'0'-25'16,"0"75"15,0-26-15,0 1-16,0 25 0,0 24 15,-25-49 17,-25-25-32,1-25 31,24-49-15,25 49-16,0-25 15,25 50-15,-25-24 0,49-1 16,26 25-1,-26 0 1</inkml:trace>
  <inkml:trace contextRef="#ctx0" brushRef="#br0" timeOffset="22068.7476">23837 1935 0,'0'0'0,"0"-25"0,-25 25 0,-24 0 15,-1 25 17,25-25-32,1 49 0,24-24 0,0 0 15,0 0 1,0 24 0,49-49-1,-24-74 1,49 0-1,-49 24 1,-25 75 15,0 49-15,-49 25 0,-1 50 15,50-124-31,-50 99 0,50-74 0,-24-1 15,-1 100-15,-25 25 32,1-75-32,24-74 31,25 0-15,-25-25-16,-25 0 15,50-25-15,-24 25 0,-26-50 16,0-49-1,50-50 1,50 25 0,49 50-1,-49 49-15,24 0 16,-49 0-16,0 25 16,74-25-16,25-24 31,-25 24-31</inkml:trace>
  <inkml:trace contextRef="#ctx0" brushRef="#br0" timeOffset="22408.6525">24755 1736 0,'0'0'0,"0"-24"0,25-1 16,-25-50-1,25 50 1,-25 50 0,0 0 15,-25 0-31,0 49 0,25-49 0,-25 25 15,0 49-15,1 25 32,24 0-32,74-50 31,-24-49-15,-26-25-16</inkml:trace>
  <inkml:trace contextRef="#ctx0" brushRef="#br0" timeOffset="22858.6256">24730 2034 0,'0'0'0,"-25"0"16,25-25-16,0 0 16,50 1 15,49-1-31,1 25 15,-26-25 17,-24 25-32,-26 0 0,76 0 31,-76 0-31,26 0 16,-25 25-1,0 24 1,-25 1-1,-25-50-15,0 25 16,-49 0-16,49-1 16,-25-24-1,25-24 1,1-51 0,48 26 15,51 24-31,-50 0 0,49 25 15,-49 0-15,49 0 32</inkml:trace>
  <inkml:trace contextRef="#ctx0" brushRef="#br0" timeOffset="23168.607">26144 1612 0,'0'0'0,"0"-25"16,-25 1-16,25-1 31,0 74-16,0-24-15,0 50 32,0-50-32,0 74 0,0-74 0,0 24 15,-24 50 1,-1 25 0,25-49-1</inkml:trace>
  <inkml:trace contextRef="#ctx0" brushRef="#br0" timeOffset="23518.6623">26020 1712 0,'0'0'0,"0"-25"0,-25 0 0,25 0 31,75-25-31,-50 26 0,99-1 15,-100 25-15,26 0 32,24 25-32,1 49 31,-1 1-15,-74-51-16,25 51 15,-25-50-15,0-1 0,-25 51 16,-49 24-1,-25-25 1,-25-49 0,24 0-1,51-25 1,49-25-16</inkml:trace>
  <inkml:trace contextRef="#ctx0" brushRef="#br0" timeOffset="23808.5696">27012 1885 0,'-25'0'31,"1"25"-15,-26 49 0,25 26-1,0-26 1,1-24 0,24-26-16</inkml:trace>
  <inkml:trace contextRef="#ctx0" brushRef="#br0" timeOffset="23968.635">27136 1687 0,'0'0'0,"0"-25"0,-24 0 0,-1 25 16,25-25-1,25 25 1</inkml:trace>
  <inkml:trace contextRef="#ctx0" brushRef="#br0" timeOffset="24568.5994">27707 1935 0,'0'0'0,"0"-25"0,-25 0 16,0 25-16,0 0 0,-49 0 31,49 25-31,-24 0 16,-1 49-1,50-24 1,74-50-1,1 0 1,-75-25-16,74-25 16,-74 26-16,25-26 15,-25 25 17,0 75-17,0-25 1,0 49-16,0-49 0,-25 74 15,25-74-15,-25 74 32,-24 25-32,-1 0 31,1-25-15,24-74-1,0-25-15,-25 25 16,26-25-1,-1-25-15,-25-25 16,50-24 0,25-25-1,-25 74-15,74-49 16,-49 74-16,-25-25 16,75 0-16,24 0 31,25 25-31</inkml:trace>
  <inkml:trace contextRef="#ctx0" brushRef="#br0" timeOffset="24818.5872">28327 2034 0,'0'0'0,"-25"0"15,0 0 1,1 50 0,-1 24-1,-25 0 1,25 26 0,25-51 15</inkml:trace>
  <inkml:trace contextRef="#ctx0" brushRef="#br0" timeOffset="25008.5019">28401 1687 0,'0'0'16,"0"-25"-16,0 0 15,25 25-15,-25-25 16,50 25 0,-25 25-16</inkml:trace>
  <inkml:trace contextRef="#ctx0" brushRef="#br0" timeOffset="25288.557">28972 1811 0,'0'0'0,"-25"0"15,0 0 1,0 25 15,25-1-31,-24 26 16,-26 49-1,25-74-15,-24 74 16,49-74-16,-25 0 0,0 49 16,25 1-1,0-1 1,0-49 0</inkml:trace>
  <inkml:trace contextRef="#ctx0" brushRef="#br0" timeOffset="25468.546">28749 2133 0,'0'0'16,"-25"0"-16,0-25 0,75 25 31,24 0-15,50 25-1,-50-25 1</inkml:trace>
  <inkml:trace contextRef="#ctx0" brushRef="#br0" timeOffset="26058.4368">29319 2108 0,'0'0'0,"25"0"16,-25-24-1,-50 24 1,26 0-16,-26 24 15,0 26 17,26-25-32,24 0 0,0-1 0,24-24 31,1-24 0,25-26-15,-1 25-1,-24 0 1,-25 50 15,0 0-31,25 25 16,0-1 0,49-49 15,-24 0-31,-25 0 0,49-49 15,-74 24-15,50-25 32,-26-24-32,1-25 31,0-1-15,-25 76-16,25-1 15,-25 0-15,0 50 31,-25 24-15,0 51 0,0 24-1,1-100-15,-1 76 16,0-51-16,0-24 16,-24 99-16,24-74 0</inkml:trace>
  <inkml:trace contextRef="#ctx0" brushRef="#br0" timeOffset="30518.1758">9252 3026 0,'0'25'0,"-25"-25"0,1 0 32,73 0 61,-24-25-77,0 25-16,0 0 0,-1-25 16,26 25-1,0 0 1,-26 0 0,26 0 15,-25 0-31,49 0 0,-49 0 0,25 0 15,24 0-15,25 0 32,-24 0-32,-1 0 31,-24 25-15,24-25-1,-49 0-15,99 0 16,-99 0-16,99 0 15,49 0 1,-49 0 0,-24 0-1,-76 0-15,51 0 16,-50 0-16,-1 0 16,51 0-16,-1 0 31,1-25-31,-1 25 15,25 25 17,-24-25-32,-50 0 0,99 0 31,-75 0-31,75 0 16,75 0-1,-26 0 1,-49 0-1,-74 0-15,49 0 16,-74 0-16,0 0 0,99 0 16,74-25-1,-49 25 1,0 0 0,-25 0 15,-99 0-31,49 0 0,-49 0 0,0 0 15,49 0-15,75 0 32,0 0-32,0 0 31,-25 0-15,-75 0-16,26 0 15,-26 0-15,-24 0 0,74 0 16,25 0-1,0 0 1,0 0 0,0 0-1,-49 0 1,-50 0-16,74 0 16,-74 0-16,74-24 31,50 24-31,-25 0 15,-25 0 17,-74 24-32,24-24 31,1 0-15,24 0-1,1 0 1,49 0-1,-99 0-15,99 0 16,-75 0-16,1 0 0,74 25 16,25-25-1,-25 0 1,-25 0 0,-25 0 15,-49 0-31,50 0 0,-51 0 0,1 0 15,74 0-15,50 0 32,50 0-32,-26 0 31,26 25-15,-150-25-16,75 25 15,-74-25-15,0 0 0,98 0 16,1 25-1,-25-25 1,-25 0 0,1 0-1,-75 0-15,99 0 16,-100 0-16,26 0 16,74 0-16,25 24 31,24 1-31,-24-25 15,0 0 17,-124 0-32,74 0 0,-74 0 0,25 0 15,49 0 1,74 0 0,-49 0-1,0-25 1,-24 25-1,-76 0-15,26 0 16,-25 0-16,24 0 0,75 0 16,100 0-1,-1 25 1,0 0 0,-49 0 15,-125-25-31,51 0 0,-76 0 0,1 0 15,50 0-15,-50 0 0,99 0 32,-75 0-32,50 0 0,50-25 31,-50 0-15,-49 25-16,49 0 15,-74 0-15,0 0 0,74 0 16,-25 0-1,1 0 1,-1 0 0,26 0-1,-76 0-15,76 0 16,-51 0-16,-24 25 16,74-25-16,50 25 31,-50-25-31,0 0 15,1 0 17,-76 0-32,76 0 0,-76 0 0,1 25 15,75-25 1,24 24 0,-50-24-1,25 0 1,-24 25-1,-51-25-15,26 0 16,-25 0-16,0 0 0,24 25 16,50 0-1,25 0 1,-24-25 0,-1 0 15,-74 0-31,24 0 0,-24 0 15,25 0-15,49 0 32,25 0-32,-25 0 31,25 0-15,-25 0-1,-74 0-15,50 0 16,-51 0-16,51 0 15,24-25 1,0 0 0,25 25-1,-99 0-15,25 0 16,-25 0-16,-1 0 16,26 0-16,0 0 31,24 25-31,50-25 15,25 0 17,-124 0-32,49 25 0,-49-25 0,0 0 15,24 24 1,50-24 0,-24 0-1,24 0 1,-24-24-1,-51 24-15,26 0 16,-25 0-16,0 0 0,24 0 16,-24 0-16,74 0 15,-74 0-15,49 0 16,26 0 0,-26 0 15,0 0-31,-24 0 15,-25 0-15,74 0 32,-74 0-32,49 0 0,26 0 31,-1 0-15,-74 0-16,49 0 15,-49 24-15,24-24 16,-24 0-16,124 0 15,-99 0-15,98 0 16,26 25 0,-25-25-1,-99 25-15,24-25 16</inkml:trace>
  <inkml:trace contextRef="#ctx0" brushRef="#br0" timeOffset="34268.0292">3051 4242 0,'25'0'0,"-25"-25"31</inkml:trace>
  <inkml:trace contextRef="#ctx0" brushRef="#br0" timeOffset="99004.2027">4192 5135 0,'-25'24'0,"75"-24"235,-25 0-220,-1 0-15,76 0 16,-1 0 0,25 0-1,-75-24-15,51 24 32,-76 0-32,26 0 0,25-25 0,24 25 31,0 0-16,-25 0 1,-24 0 0</inkml:trace>
  <inkml:trace contextRef="#ctx0" brushRef="#br0" timeOffset="99704.1606">5035 4911 0,'0'0'0,"-24"25"0,-1-25 15,50 0 64,-1 0-64,1 0 1,0 0-16,0 0 15,0 0 1,-1 25 0,1 0-1,-25 0-15,25-1 16,-25 1-16,25-25 16,0 25-1,24-25 1,1 0-1,-25-25 1,-50 50 31,0 0-31,-49 49-16,-75 25 31,124-74-31,-124 50 0</inkml:trace>
  <inkml:trace contextRef="#ctx0" brushRef="#br0" timeOffset="102053.9554">2431 5333 0,'0'0'0,"-25"0"15,0 0 1,0 0 0,1 0 15,24-25 78,0 0-109,24 25 16,-24-24 0,50 24-16,0-25 31,-1 25-16,1 0 1,-25 49 0,-25-24-16,0 50 15,0-51-15,-25 26 16,25-25-16,-75 49 16,75-49-16,-74 25 15,49-1 1,0-24-1,50-50 32,0 0-47,25-49 32,-1 0-32,50 24 31,-49 0-16,-25 26-15,25-26 16,-26 50-16,-24-25 16,25-24-1,0 24 1,0 0 0,-50 25 46,25 25-62,-25 0 16,0-1-1,1 1-15,-26 25 32,25-25-32,-25 24 0,26-24 15,24 0 1,-25 0-1,25 24 1,49 1 0,26-1-1,-25-24 1,-1-25 0,-24-25-1</inkml:trace>
  <inkml:trace contextRef="#ctx0" brushRef="#br0" timeOffset="102483.9967">3150 5035 0,'0'0'0,"0"25"94,0 0-79,0 0-15,-25 0 0,1 49 16,-51 25 0,50 0-1,1-74-15,24 25 32,0-25-32,0-1 0,49-24 31,50 25-16,1-25 1</inkml:trace>
  <inkml:trace contextRef="#ctx0" brushRef="#br0" timeOffset="102963.9684">3473 5060 0,'0'0'0,"-25"0"31,25-25 0,0 50 0,0 25-31,-25 24 16,25 1 0,0 24-1,0-25 17,25-49-32,-25 0 0,25-25 31,-1 0-31,-24-25 15,25 25-15</inkml:trace>
  <inkml:trace contextRef="#ctx0" brushRef="#br0" timeOffset="103203.9546">3274 5333 0,'0'0'0,"0"25"0,25-25 31,0-25-31,49 0 32,25 0-32,-24 1 31,-50-1-31,24 0 15,-24 25-15</inkml:trace>
  <inkml:trace contextRef="#ctx0" brushRef="#br0" timeOffset="103463.9405">3721 5060 0,'0'0'0,"25"25"47,-1 0-47,1 24 32,0-24-32,-25 74 0,0-24 15,-25 24 1,-74 25-1,24-50-15</inkml:trace>
  <inkml:trace contextRef="#ctx0" brushRef="#br0" timeOffset="108283.6543">5730 4465 0,'25'0'15,"-1"0"1,1 0 0,0 0-1,-50 0 16,0 0-31,-24 0 32,24 0 171,0 0-188,25 25 1,0-1 0,-25 1-1,25 25 1,0-1 0,-24 1-1,24 24 1,-25 26-1,0 24 1,25-99-16,0 74 16,0-74-1,0 24-15,0 50 0,-25 25 32,25 25-32,-25 0 31,-24 25-16,24-100-15,0 75 0,0-99 16,25-26-16,-24 100 16,24-49-1,0-26 1,24-49-16</inkml:trace>
  <inkml:trace contextRef="#ctx0" brushRef="#br0" timeOffset="111753.4516">5804 4440 0,'-25'0'62,"1"0"-30,48 0 46,1-25-63,0 25-15,0 0 0,-25-25 16,74 25 0,50 0-1,-74 0-15,74 0 16,-74 0-16,-26 0 0,125 0 16,0 25-1,25-25 1,-1 0-1,-24 0 1,-99 0-16,49 0 16,-74 0-16,0 0 15,74-25-15,50 25 32,-1-24-32,26 24 31,-25 0-16,-124 0-15,74 24 0,-49-24 16,-26 25-16,51-25 16,24 0-1,0 0 1,25 0 0,-99 0-16,25 0 15,-26 0 1,1 0-1,0 0 1,0 25 0,24-25-1,1 0 17,-50 25-32,50-25 0,-26 0 15,-48 25 173,24-1-173,-25-24-15,25 50 0,-25-25 32,0 24-32,25 1 31,0 24-16,0-49-15,0 25 0,0-25 16,0 0-16,-25 49 16,25 25-1,-24 0 1,24 1 0,-25-26-1,25-24 1,-25-26-1,0 26-15,25-25 0,-25 24 16,1 1 0,-1 24-1,25-24 17,-25-25-32,25 0 0,0-1 0,0 1 15,-25 0 1,25 25-1,0 24-15,0 1 32,-25-1-17,25-49-15,-24 24 16,24-24-16,0 25 16,-25 24-1,0 1 1,25-26-1,0 1 1,-25-1 0,0 26-1,1-26 17,24 1-32,-25-25 31,25 0-31,0-1 15,-25 1 17,25 0-17,-25-25 1,0 0 46,1 0-46,-1 0-16,0 0 31,0 0-31,0 0 32,-24-25-32,24 25 15,-49 0 1,74-25-16,-75 25 15,1 0-15,24 0 32,-24 0-17,49 0-15,0 0 16,0 0-16,0 0 0,1 0 16,-51 0-1,26-24 1,-1 24-1,0 0 1,26 0-16,-1 0 16,0 0-1,0 0-15,0 0 0,-24 0 32,-50 0-32,24 24 31,1-24-16,24 0-15,25 0 16,-24 0 0,24 0-16,0 0 15,-49-24 1,-1 24 0,1 0-1,74 24-15,-50-24 16,25 0-1,1 0 1,-1 0 0,0 0-1,0 0-15,-24 0 32,24 0-32,-25 0 0,25 0 15,25-24-15,-74 24 16,24 0-1,26 0-15,-26-25 32,-24 25-17,24 0 1,25 0-16,-49 0 16,49 0-1,0 0-15,0 0 16,0 0 46,1 0-62,-1 0 0,0 0 32,0 0-32,0 0 31,1 25-16,-1-25-15,0 0 32,0 0-17,0 0 1,1 0 0,-1 0-1,0 0-15,0 0 31,0 0-15,1 0 15,-1 0 1,0 0-1,25-25 47,25 0-47,0 0 16,-25 0-31,24 25-1,-24-24-15,0-26 32,0 0-32,25 1 31,-25 24-16,0 0-15,25 0 0,-25 1 16,0-1 0,0-50-1</inkml:trace>
  <inkml:trace contextRef="#ctx0" brushRef="#br0" timeOffset="112883.384">6276 4936 0,'-50'0'31,"50"-25"-15,0 1 15,-25 24-31,0 0 16,1 0-16,-51 49 15,1 26 1,49-26-1,0 1 1,25-25-16,0 24 16,0-24-1,0 0-15,0 24 0,25 1 32,25 0-32,-1-26 31,1-24-16,-25 25-15,-1 0 0,-24 0 32,0 0-17,0-1 1,-74 1 0,0 0-1,49 0-15,-25-25 16,25 0-1,1 0-15,-1 0 0,0-25 16,25 0 0,0 0-1</inkml:trace>
  <inkml:trace contextRef="#ctx0" brushRef="#br0" timeOffset="113483.3474">6548 5209 0,'0'25'0,"0"-50"0,25 25 0,-25-25 16,-25 25 0,1 0-1,-1 25-15,0 0 32,-49 24-32,49 1 31,0 0-16,25-26-15,50 1 0,-50 0 16,24-25-16,26 0 16,0-25-1,-26 0 1,-24-24 0,0-26-1,0 51-15,0-1 16,0 0-1,-24 25-15,24 25 32,0 0-17,0-1-15,0 26 32,0-25-32,24 0 0,-24-1 15,0 1-15,25 0 16,0 25-1,25-26-15,-26-24 16</inkml:trace>
  <inkml:trace contextRef="#ctx0" brushRef="#br0" timeOffset="114263.2615">6772 5234 0,'-25'0'0,"25"-25"0,25 25 31,-1 0-15,1 0 15,0 0-15,0 50-1,0-1-15,-25-24 0,0 25 32,0-26-32,-25 1 15,25 0 1,0-50 15,0 0-15,0-24-1,25 24 1,0 25 0,-1-25-1,1 25 17,0 0-32,0 0 0,-25 50 31,25-50-31,-25 25 15,0-1-15,0 1 32,0-50-1,0 1-15,24-26-1,1 0 1,25 26-1,-1-1 1,-24 25 0,0 0-1,-25 25 17,0-1-32,0 26 31,0 0-16,0-26-15,-25 1 0,25 0 16,0 0-16,0 0 16,0-1-1</inkml:trace>
  <inkml:trace contextRef="#ctx0" brushRef="#br0" timeOffset="114613.2806">7392 5283 0,'0'25'47,"0"0"-47,0 0 15,0 24 1,-25 26 0,0-1-1,0-24 1,1-1-1,24-24 1</inkml:trace>
  <inkml:trace contextRef="#ctx0" brushRef="#br0" timeOffset="114963.2601">7342 5407 0,'0'-24'16,"25"24"-16,-25-25 15,50-25 1,-1 25 0,-24 25 15,0 25-16,-25 0 1,0 0 0,0 24-1,-50 1 17,-24-25-32,-1 0 31,51-25-16</inkml:trace>
  <inkml:trace contextRef="#ctx0" brushRef="#br0" timeOffset="115383.2351">7714 4936 0,'-25'0'16,"25"25"62,25 0-78,-25 0 0,0-1 16,0 51-1,0-50-15,0 49 16,0-49-16,-25 0 0,1 24 15,-1 26 1,0-26 0</inkml:trace>
  <inkml:trace contextRef="#ctx0" brushRef="#br0" timeOffset="115733.2141">7813 5259 0,'0'24'78,"50"-24"-78,-50 25 0,0 0 16,0 0 0,0 0-16,0 24 31,-50 1-16,50-25-15,-24-1 0,24 1 16,-25-25 0</inkml:trace>
  <inkml:trace contextRef="#ctx0" brushRef="#br0" timeOffset="116803.1509">8012 5234 0,'25'0'16,"0"0"109,-25 25-125,24-1 16,-24 1-1,25 0 1,-25 25 0,0-1-1,-49-24 1,49 0-1,0-50 1,0 0 0,24-24-1,51-1 17,-50 25-32,24 25 31,-24 25-16,-25 0-15,0 24 32,0 1-17,0-25 1,0 0 0</inkml:trace>
  <inkml:trace contextRef="#ctx0" brushRef="#br0" timeOffset="117413.1151">8409 5308 0,'0'-25'15,"0"50"16,0 0-31,0 0 16,0 0 0,0-50 31,25 0-47,-25 0 15,24 0 1,-24 1-1,0 48 17,0 1-17,0 0-15,0 49 32,0-49-32,0 25 0,-49 74 31,24 0-16,0 0-15,0-99 16,1 74 0,-1-74-16,0 24 15,-25 1 1,1-50 0,24 0-1,0-74 1,25 49-16,50-74 15,-50 74-15,49-50 16,26 1 0,-26 24-1,-49 25 17,0 1-32</inkml:trace>
  <inkml:trace contextRef="#ctx0" brushRef="#br0" timeOffset="117893.087">7987 5060 0,'25'0'16,"-25"25"47,-25-25-32,25 25 31,0 0-46</inkml:trace>
  <inkml:trace contextRef="#ctx0" brushRef="#br0" timeOffset="121542.872">8756 5358 0,'0'25'16,"0"-50"15,0 0 16,25 25-47,0 0 172,-1 0-141,-24-25-31,25 25 15,0 0-15,25 0 32,24 0-17,1 0 1,-26-25 0,1 25-1,-25 0 1,-1 0-1,1 0-15,50 0 16,-51 0-16,51 0 16,-1-24-1,-24 24 17,-25 0-32,-1 0 15,1 0 1,-50 0 93</inkml:trace>
  <inkml:trace contextRef="#ctx0" brushRef="#br0" timeOffset="122162.7655">9475 5060 0,'0'25'78,"25"-25"-15,0 0-32,0 0-31,-25 25 15,49-25-15,1 0 32,0 25-17,-26-25 1,1 0 0,0 0-1,-50 24 32,0 1-31,25 0-16,0 0 15,-49 24-15,24-24 0,0 25 0,-49-1 32,24 26-32</inkml:trace>
  <inkml:trace contextRef="#ctx0" brushRef="#br0" timeOffset="140401.6834">10096 4366 0,'24'0'16,"-24"24"93,0 1-93,0 0 0,-24-25-16,24 50 0,-25 24 15,25 0 16,-25 26-31,25 24 32,-25-75-32,25 75 15,0-74-15,-25 0 0,0 98 16,-24 51 0,24-26-1,0-24 1,0 25-1,25-124-15,-24 98 16,24-98-16,0 0 0,-25 74 16,25 0-1,0-100 1</inkml:trace>
  <inkml:trace contextRef="#ctx0" brushRef="#br0" timeOffset="143151.5943">10170 4366 0,'0'-25'31,"0"50"16,50-25-16,-26 0-31,51 0 16,98 0 0,1-25-1,-124 25-15,123-25 32,-123 25-32,-1 0 0,125-25 0,74 0 15,25 25 16,49 0-31,1 50 32,-224-50-32,149 25 15,-173-25-15,-1 0 0,149 0 16,25 0 0,-24 0-1,-26 0 1,-49 0-1,-124 0-15,49 0 16,-49 0-16,0 0 16,24 0-1,-24 0 17,0 0-32,0 0 15,-25 25 79,0-1-94,0 1 16,0 0-16,0 0 15,0 0-15,0 49 16,0-49-16,-25 74 15,25 50 1,0 25 0,25-1-1,-1-148-15,1 99 32,0-99-32,-25 24 0,0 51 0,0-1 15,-25 25 16,25-25-31,-25 0 32,25-49-32,-24 49 15,24-74-15,0 0 0,-25 74 16,25-25 0,0 26-1,-25-26 1,0 0-1,25-49-15,-25 25 16,1-50-16,24 25 0,-50 49 16,0-24-1,26-1 17,-1-24-32,0 0 15,0-25 16,0 50-31,1-50 32,-1 0-17,0 0 32,0 0-31,0 0-16,1 0 15,-26 0 1,0 0 0,-24-25-1,49 25-15,-74 0 32,74 25-32,-24-25 0,-51 24 0,-49-24 15,50 25 16,25-25-31,-50 25 32,99-25-32,-99 0 15,99 25-15,-24-25 0,-51 0 16,-24 0 0,0 25-1,25-25 1,-25 0-1,99 0-15,-49-25 16,49 25-16,0 0 0,-74 0 16,0-25-1,0 25 17,-1 0-32,1 0 15,74 0-15,-24 0 31,24 0-31,0 0 0,-25 0 0,-49 0 32,0-25-17,0 25 1,24 0 0,51 0-16,-1 0 15,0 0-15,0 0 0,0 0 16,-49 0-1,0 0 1,-26-25 0,1 25-1,74 0-15,-49 0 32,49 0-32,-49 0 0,24 0 15,-24 0 16,24 0-31,25 0 32,0 0-32,1 0 15,-1-24 1,0 24-16,0 0 16,0 0-1,1 0 1,24-25 78,-25 25-63,50-25 16,-1 25-16,-24-25-31,0 0 0,25 25 16,-25-49-1,0-1 1,0-24-1,0 24 1,25-24 0,0 49-1,24-25 17,-24 25-32</inkml:trace>
  <inkml:trace contextRef="#ctx0" brushRef="#br0" timeOffset="144601.4336">10517 4762 0,'-25'0'31,"1"0"1,-1 0-17,25 25-15,-75 99 31,1 25-31,0 0 32,74-124-32,0 24 15,0-24-15,24 0 16,1-25-16,74 0 16,25-50-1,-24-24 1,-26 0-1,-74 49-15,25-50 16,-25 51-16,0-1 16,0 0-16,0 0 15,-50-74-15,50 74 0,-25-25 32,1 1-32,-1 49 15,25 25 16,-25-1-31,0 51 0,25-50 16,0 24 0,0 51-1,0-1 1,0 0 0,-25 0-1,1-74-15,-26 25 16,25-26-16,0-24 15</inkml:trace>
  <inkml:trace contextRef="#ctx0" brushRef="#br0" timeOffset="145061.4822">10790 5011 0,'0'24'47,"0"1"-47,0 0 15,0 25 1,50-1-1,-50-24-15,24-25 16,1 25-16,0-25 16,0 0-1,0-50-15,-1 1 32,-24-26-32,25 26 15,-25 73 48,0 1-63,0 25 15,25 24 1,-25 1 0,25-1-1,-25-49 1</inkml:trace>
  <inkml:trace contextRef="#ctx0" brushRef="#br0" timeOffset="145511.4549">11311 4986 0,'-25'0'0,"25"-25"16,-25 25-1,25 25 17,-24-25-32,-1 49 15,0-24-15,-25 50 16,50-51-16,0 1 16,0 0-1,25-25 1,0-25-1,0-49 1,0 74-16,-25-50 16,0 25-1,0 50 32,0 0-31,0 0-1,24 0-15,1 24 0,-25-24 16,25 0 0,0 0-1,0-25 1</inkml:trace>
  <inkml:trace contextRef="#ctx0" brushRef="#br0" timeOffset="145931.4306">11460 5011 0,'49'24'63,"-49"1"-63,25-25 0,-25 25 15,0 0-15,0 0 31,0 24-31,-25-49 32,25-25-17,25-49 1,0 49 0,25 0-1,-26 25 1,1 25-1,0 0 1,0 0 0,-25 0-1,0 24-15,0-24 16,-25 0 0,25 0-16,-25-25 15</inkml:trace>
  <inkml:trace contextRef="#ctx0" brushRef="#br0" timeOffset="146201.4145">11881 4887 0,'0'0'0,"-24"0"0,24-25 31,0 50 0,0-1-31,24 26 16,1 49-1,-25-74-15,25 49 32,-25-49-32,0 0 0,0 25 0,0 24 15,-25-24 1</inkml:trace>
  <inkml:trace contextRef="#ctx0" brushRef="#br0" timeOffset="146451.3995">11757 5110 0,'0'25'0,"25"-25"31,25-25-31,49 0 32,0 25-32,-49-25 15,-25 0 1</inkml:trace>
  <inkml:trace contextRef="#ctx0" brushRef="#br0" timeOffset="146681.3876">12055 5060 0,'25'0'31,"-25"-25"-31,25 25 15,-1 0 1,-24 100 0,-49-1-1,24-25 17,25-49-32,0 0 0,25-25 15</inkml:trace>
  <inkml:trace contextRef="#ctx0" brushRef="#br0" timeOffset="146881.3757">12303 4787 0,'0'0'0,"0"-25"0,0 1 15,0-1 1,0 0-16,25 25 16,0 0-1</inkml:trace>
  <inkml:trace contextRef="#ctx0" brushRef="#br0" timeOffset="147561.334">12427 5159 0,'0'0'0,"-25"0"0,50 0 94,0 0-78,0 0-16,0 0 0,-1 0 15,26-24 1,-25 24-16,0 0 16,-25 24 15,-25-24-31,0 50 15,-25 0 1,1-1 0,24-24-1,-25 25-15,26-50 16,-1 24 0,0 1-16,50-25 46,0 0-30,-1 0 0,26 0-1,24 0 1,1 0 0,-26-25-1,-24 25-15</inkml:trace>
  <inkml:trace contextRef="#ctx0" brushRef="#br0" timeOffset="147961.3138">12824 5184 0,'0'0'0,"-25"0"0,0 0 31,1 0-31,-1 25 31,0 25-31,25-1 32,25-24-17,0-25 1,-1 0-16,1-50 16,0 26-16,-25-1 15,0 0 1,0 50 31,0 0-47,0 24 15,25 1 1,24-50 0,1 0-1,-25 0 16,0 0-31,-1-50 0</inkml:trace>
  <inkml:trace contextRef="#ctx0" brushRef="#br0" timeOffset="148191.2979">13072 4911 0,'0'0'0,"0"-24"0,0 48 46,0 51-30,0-1 0,0 25-1,0 1 1,0-76-16,0 1 16,25 0-1</inkml:trace>
  <inkml:trace contextRef="#ctx0" brushRef="#br0" timeOffset="148551.2002">13072 5184 0,'0'0'0,"-25"-25"15,25 1 1,50 24-1,49-25 1,-74 25-16,0 0 16,24 0 46,-49 25-15,0-1-31,25-24-16,-25 50 15,0 24 1,0-24 0,-25-25-1</inkml:trace>
  <inkml:trace contextRef="#ctx0" brushRef="#br0" timeOffset="148711.2035">13271 4961 0,'0'0'15,"-25"-25"-15,25 0 16</inkml:trace>
  <inkml:trace contextRef="#ctx0" brushRef="#br0" timeOffset="149101.2436">13618 5085 0,'0'0'0,"0"25"47,0 24-47,0-24 0,0 0 16,0 25-1,0-1 16,-25-24-31,0-25 32,0-25-17,1-24 1,24-26 0,0 26-1,24 24 1,1 25-1,25-25 1</inkml:trace>
  <inkml:trace contextRef="#ctx0" brushRef="#br0" timeOffset="149451.2223">13767 5085 0,'24'0'31,"-24"25"-31,0 0 31,0 24-31,0 1 32,0-25-17,0-1 1,0-48 0,0-1-1,50 0 1,0-25-1,-26 50 1,1 25 0,-25 25-1,0 24 1,0 1 0,-49-26-1,49-24-15,-25-25 16</inkml:trace>
  <inkml:trace contextRef="#ctx0" brushRef="#br0" timeOffset="151411.0315">14263 5680 0,'0'25'94,"0"0"31,24-25-110,1 0-15,0 0 31,74 0-31,25 0 32,75 0-17,-125-25-15,75 25 16,-99 0-16,-1 0 0,50 0 16,1 0-1,-51 0 1,-24 0-1</inkml:trace>
  <inkml:trace contextRef="#ctx0" brushRef="#br0" timeOffset="151881.0785">15106 5581 0,'25'0'62,"-25"25"-15,25-25-47,-1 25 16,26-25-1,49 24-15,-24-24 32,-1 25-17,-49 0 1,0-25-16,0 0 16,-25 25-16,0 0 15,0-1 1,-50 51-1,-24-1 1,49-49-16,0 50 16,0-75-1,25 24-15,0 1 0</inkml:trace>
  <inkml:trace contextRef="#ctx0" brushRef="#br0" timeOffset="159850.6079">15577 4614 0,'0'-25'0,"25"25"16,-25-25 0,0 0-1,25 25-15,-25-25 31,-25 25 48,25 25-64,0 0 16,0 0-31,0 0 16,0 24 0,0 50-1,-25 50-15,25-124 16,0 74 0,0-74-16,0 50 15,0-1 1,0 0-1,0 1 1,0-50-16,25 24 16,-25-24-1,0 0-15,0 24 0,0 26 16,25-26 0,-25 1-1,0 0 16,0-26-31,0 26 0,0-25 16,-25 0 0,25 24-1,0 26-15,-25-1 32,25-24-17,0-25-15,-24 24 16,24-24-16,0 0 15,0 24 1,-25 1 0,25-25-1,-25 24 1,25 1 0,0 0-1,-25-50-15,25 49 31,0-24-31,0 0 16,0 0 0,0-1-1,0 1 1,-25-25 31,1 0-32,-1 0 1</inkml:trace>
  <inkml:trace contextRef="#ctx0" brushRef="#br0" timeOffset="162610.4448">15801 4465 0,'0'0'0,"-25"0"0,25-25 16,-50 0-1,25 0 1,1 25 0,24 25 15,-25-25-31,0 0 31,0 0-15,25 25-1,-25-25 1,25 25 15,50-25 1,-25 0-32,49 0 15,-49 0-15,124 0 16,-100 0-16,1 0 0,124 0 15,99 0 1,-25 0 0,-25-25-1,74 25 1,51 25 0,-274 0-1,249-1-15,-274-24 0,125 25 31,-25 0-31,-25-25 32,-25 0-17,-74 0-15,49 0 0,-49 0 16,0 0-16,24 25 16,-24-25-1,0 0 1,0 0-1,0 0 1,-1 0 0,1 0-1,0 0 1,0 0 15,-25 25-31,0-1 78,0 1-62,-25-25 0,0 25-1,25 25 1,-25-26-16,25 26 15,-24 0-15,-1 24 16,0 1 0,0 49-1,25-25 1,0 25 0,0-99-1,25 99-15,-25-100 0,0 76 31,0-1-31,0-25 32,-50 26-17,50-1-15,-24-50 16,24 26 0,0-26-16,0 26 15,0 24 1,24-25-1,-24 1 1,0-26 0,0-24-1,-24 25-15,24-25 0,0 24 16,0-24 0,0 25-1,0-26 16,0 1-31,0 0 16,0 0 0,-25-25-1,25 50-15,-25-26 32,0 1-17,25 0 1,-25-25-16,1 0 62,-1 0-62,-50 0 16,1 0 0,49 0-1,-25-25-15,26 25 0,-51 0 31,-24 0-31,0 0 32,-25 0-17,99 0-15,-49 0 0,49 0 16,0 0-16,-25 0 16,26 0-16,-76 0 15,76 0-15,-76 0 16,-49 0-1,50 0 1,0 0 0,49 0-1,26 0-15,-51 0 16,50 0-16,-24 0 16,-26-25-1,1 25 16,24-24-31,26 24 16,-26 0 0,25 0-16,-24 0 15,-26 0-15,1 0 32,24 0-17,0 24 1,26-24-16,-1 0 15,0 0 1,0 0-16,-24 0 16,-26 0-1,1 0 1,49 0 0,0 0-1,0 0-15,-24 0 16,24 0-1,-25-24-15,1 24 32,-1-25-17,-24 25-15,49 0 16,0 0 0,-24 0-1,24-25 1,-25 0-1,25 25 1,1 0 0,24-25 156,0 0-172,0 1 0,0-1 15,0 0 1,24-25-1,-24 26-15,0-1 16</inkml:trace>
  <inkml:trace contextRef="#ctx0" brushRef="#br0" timeOffset="163360.4008">15925 5308 0,'0'0'0,"0"-25"0,24 25 0,-24 25 109,0 0-93,0 0-1,0 0-15,0-1 0,-24 76 31,-1-26-31,25 0 32,0-49-17,0 0-15,25-25 16,-1 0 0,1 0-16,0 0 0,25-25 15,24 25 1,-24-25-1,-26-24 1,1 49-16</inkml:trace>
  <inkml:trace contextRef="#ctx0" brushRef="#br0" timeOffset="163600.3897">15974 5333 0,'0'0'0,"-25"0"0,1 0 16,24-25-16,0 0 31,24 25-15,51-24-1,-50-1-15,24 0 16,-24 25-16,0-25 0,0 25 15,-1 0 1</inkml:trace>
  <inkml:trace contextRef="#ctx0" brushRef="#br0" timeOffset="163810.3741">15900 5531 0,'0'0'0,"-25"0"0,50 0 32,0 0-17,-25-24-15,74 24 0,-49-25 16,0 25-16,-1 0 16,1 0-16,25-25 15,-25 25 1</inkml:trace>
  <inkml:trace contextRef="#ctx0" brushRef="#br0" timeOffset="164210.2753">16321 5432 0,'25'0'47,"0"0"-32,-25 25-15,0 49 32,0-49-32,0 25 15,0-25-15,0-1 16,0-48 0,25-1-1,0-25 1,0 25-16,-1 1 15,1-1 1,-25 0-16,25 25 16,0 0-1,0 50 1,-1-1 0,1-49-1,-25 25-15,0 0 16,25-25-1</inkml:trace>
  <inkml:trace contextRef="#ctx0" brushRef="#br0" timeOffset="164560.3336">16942 5333 0,'-25'0'31,"0"0"-15,25 25 0,-25-25-16,-24 25 15,24 24 16,25 26-31,0-51 16,0 26 0,0-25-16,25 0 15,24 24-15,-24-24 32,0-25-17,0-50-15</inkml:trace>
  <inkml:trace contextRef="#ctx0" brushRef="#br0" timeOffset="164910.3204">17165 5407 0,'0'0'0,"25"0"47,-1 0-47,-24 25 15,25-25-15,-25 75 32,25-26-17,-25 1-15,-25-50 16,0 25 0,1-25-16,-1 0 15,-25 0 1,1-50-1,49-24 1,24 24 0,-24 25-1,25 25-15,0 0 16,0 0 0</inkml:trace>
  <inkml:trace contextRef="#ctx0" brushRef="#br0" timeOffset="165500.2755">17562 5457 0,'-25'0'31,"0"0"-15,0 0-1,0 0-15,1 25 0,-26 24 31,25-24-31,25 25 0,25-25 32,25-1-17,-1-48-15,-24 24 16,0-50 0,0 50-16,-25-50 0,25 1 15,-25-50 1,-25-1-1,0 51 1,25 24 0,0 50 15,0 49-15,0 25-1,0 25 16,0-24-31,0-76 16,0 26 0,0-25-16</inkml:trace>
  <inkml:trace contextRef="#ctx0" brushRef="#br0" timeOffset="166360.2242">17686 5507 0,'0'24'32,"0"-48"186,0 48-171,25-24-31,-25 25-16,0 0 16,24-25-16,-24 74 15,25-74-15,-25 50 16,0 0-1,0-26 1</inkml:trace>
  <inkml:trace contextRef="#ctx0" brushRef="#br0" timeOffset="166530.1473">17735 5457 0,'-24'-25'0,"-1"25"0,25-25 15,-25 25-15,25-24 32</inkml:trace>
  <inkml:trace contextRef="#ctx0" brushRef="#br0" timeOffset="166950.1151">17810 5432 0,'0'0'16,"0"25"-16,25-25 16,-25 50-1,24-26-15,1 51 31,-25-50-31,0-1 0,0 26 32,0-75-17,0 0 1,25 1 0,0-1-16,49-50 15,-49 75-15,0-49 16,0 49-1,-25 25 1,24 24 0,-24-24-1,0 0-15,0 0 0,0-1 16,0 1-16,0 0 31,25-25-31,0 0 0</inkml:trace>
  <inkml:trace contextRef="#ctx0" brushRef="#br0" timeOffset="167550.0842">18331 5507 0,'0'0'15,"0"-25"-15,-25 25 16,0 0 0,25 25-1,0-1 1,0 1-1,25-25-15,-25 25 16,25-25 0,-25-25-1,0 0-15,24-24 16,-24 24 0,0 0-1,-24 25 16,24 75-31,-25-1 32,0 25-17,0 25-15,25-99 16,-25 74 0,25-74-16,-24 0 0,-1 99 15,0 25 1,25-50-1,0 0 1,0-74 0,-25-25-1,25-25 1,-49-24 0,24-51-1,25 1 16,25 0-31,-1 99 16,1-25 0,0 0-16,0 25 0,0-24 15,49-1-15,-24 0 32,-1 0-32</inkml:trace>
  <inkml:trace contextRef="#ctx0" brushRef="#br0" timeOffset="168949.9989">19000 5680 0,'0'0'0,"-24"0"46,-1 0-30,0 0 0,0 0-1,0 0 1,-24-25 0,24 25-1,50 0 63,0 0-62,-1 0 0,1 25-1,50-25 1,-51 0-16,51 0 15,-50 0-15,-1 0 16,51 0-16,49 0 16,-25 25-1,25-25 1,-25 0 0,-49 0-1,49 25-15,-74-25 0,0 0 16,99 0-1,0 0-15,0 0 32,-50 0-17,-24-25-15,-25 25 16,24 0 0,-24 0-16,0 0 15,0 0 1,-1 0-1,26 0 1,-75 0 93</inkml:trace>
  <inkml:trace contextRef="#ctx0" brushRef="#br0" timeOffset="169489.9649">20315 5531 0,'-25'0'0,"0"0"16,1 0-1,24 25 95,24-25-110,1 25 15,0-25-15,0 0 16,0 25 0,-1-25-16,26 25 15,-25-25 1,0 0-16,-25 24 15,24-24 1,-24 25 0,0 0-1,0 0-15,-24 0 16,-1-1 0,0 1-1,-25 0-15,-24 25 31,49-1-31,0-49 16,1 25 0</inkml:trace>
  <inkml:trace contextRef="#ctx0" brushRef="#br0" timeOffset="171429.8541">21654 5333 0,'0'-25'16,"-24"25"0,24 25 30,0 0-30,24 0-16,-24 99 16,0-100-16,0 100 15,-24-99-15,24 0 16,0 74-16,0-24 16</inkml:trace>
  <inkml:trace contextRef="#ctx0" brushRef="#br0" timeOffset="174529.7493">21481 5383 0,'0'24'32,"-25"-24"30,25-24 110,25 24-156,-25-25-1,25 25 1,-1 0-1,-24-25 1,25 25 0,0 0-1,0 0 63,-25 25-62,25-25 31,-25 25-16,0-1-15,24-24-1,1 0 17,-25 25-17,0 0 1,0 0 15,25-25-31,-25 25 31,25-25 1,-25 24-32,0 1 31,0 0-15,0 0 15,0 0 0,-25-1-15,25 1 15,-25 0-15,25 0-1,-25-25-15,1 25 31,-1-1-31,25 1 16,-25-25 0,25 25-16,-25-25 15,25 25 1,-25-25 0,1 25-1,-1-25 1,50 0 93,-1-25-93,1 25-1,0-25-15,25-25 32,-1 26-17,-24-26-15,0 50 16,0-25 0,-25 0-16,25 25 0,-25-24 15,24-1 1,1 25-1,0-50 1,25 25 0,-26 1-1,1-1 1,0 0 0,0 25-1,-25-25 16,25 25-31,-1-25 32,1 1-17,0-1-15,-50 25 125,0 0-109,1 0-16,-1 25 16,0-25-1,0 24-15,0 1 16,1 0-1,-1 0-15,0 24 32,0 26-17,25-26-15,0-24 32,0 0-32,0 0 15,0 0 1,25-25-16,-25 24 15,50 26 1,-26-50 0,-24 25-1,25-25-15,0 0 16,0 0 0,24 25-1,1-25 16,0 0-31,-1-25 32,-24 25-32,0-25 15,-25 0-15,25 25 0,-25-25 16</inkml:trace>
  <inkml:trace contextRef="#ctx0" brushRef="#br0" timeOffset="175189.6267">22820 5259 0,'0'0'0,"-24"0"0,-1 0 125,0 0-110,25 24-15,-25-24 16,0 0 0,25 25-16,-49 25 15,24 24 1,0-49-16,0 49 15,25-49-15,-25 0 16,25 49-16,0 1 16,25-1-1,25 1 1,24-50 0,-74-1-1,75-24-15,-50 0 16</inkml:trace>
  <inkml:trace contextRef="#ctx0" brushRef="#br0" timeOffset="176099.5755">22994 5507 0,'0'0'0,"0"-25"31,25 25-31,-25-25 15,49 25 1,-24 0-16,25 0 16,-1 25-1,-24 24 1,-25 51 0,0-51-1,0-24-15,0 25 31,0-26-31,-25-24 16,25-24 15,-24-1-31,24-50 32,49 1-17,-49 49-15,50-24 16,-1 49-16,-24-25 15,25 0 1,-25 25 0,-1 0-1,1 0 1,0 0 0,0 25-1,-25 24 16,0 26-31,0-26 32,0 1-17,0-25-15,0 24 0,25-49 16,-1 25 0,26 0-1,-25-25 1,24 0-1,-49-25-15</inkml:trace>
  <inkml:trace contextRef="#ctx0" brushRef="#br0" timeOffset="176679.5421">23837 5259 0,'25'0'47,"0"0"-47,0 0 16,-25 24 0,25-24-1,-1 25 1,1-25-16,0 50 15,-25-25-15,0-1 16,25 26-16,-25 24 16,-25 26-1,-49-1 1,-51 25 0,-23-25-1,98-74-15</inkml:trace>
  <inkml:trace contextRef="#ctx0" brushRef="#br0" timeOffset="179809.3536">819 4291 0,'-25'25'93,"25"0"-93,0 0 16,0-1-16,-25 1 0,25 25 16,-25 49-1,25-74-15,-25 49 16,25-49 0,0-50 46,0 0-62,0 1 0,0-51 31,0 50-31,25-74 0,0 74 16,-25-24 0,25-1-1,-25 25 1,25-24-1,24 24 1,-49 0-16,25 25 16,-25 25 62,25 0-63,-25 0-15,25-1 0,-25 1 0,49 50 16,-24 24 15,0-25-31,-25 1 32,25-75-32,-25 49 15</inkml:trace>
  <inkml:trace contextRef="#ctx0" brushRef="#br0" timeOffset="180099.4115">719 4564 0,'0'-25'0,"0"0"31,25 25-31,-25-24 0,75-1 32,-1 0-17,25-25 1,-24 26-1,-51 24-15,1 0 16</inkml:trace>
  <inkml:trace contextRef="#ctx0" brushRef="#br0" timeOffset="180529.3889">1265 4316 0,'25'0'16,"0"0"0,-25 25-1,24 24-15,-24 1 32,0-25-32,0 24 15,0-24-15,0-50 31,0 1-15,50-76 0,0 26-1,-26 49-15,1 0 16,0 25-16,0-24 16,0 24-16,-1 0 15,1 49 16,0 26-31,-25-1 16,0-24 15,-25-26-31,25 1 16</inkml:trace>
  <inkml:trace contextRef="#ctx0" brushRef="#br0" timeOffset="180979.3597">1836 4291 0,'0'0'0,"0"-25"0,-25 25 16,0 0-1,0 25 16,0 50-31,1-26 16,24 1 15,24-50-31,26-25 32,-25-25-17,0 26-15,-25-26 16,0 25-16,0 0 15,0 50 17,0 0-17,0 0-15,0 24 16,0-24-16,0 0 16,49 25-1,1-26 16,-25-24-31,-1 0 16</inkml:trace>
  <inkml:trace contextRef="#ctx0" brushRef="#br0" timeOffset="181209.3471">2059 4068 0,'-25'0'0,"25"-25"0,25 50 47,0 0-32,-25 0-15,49 49 16,-49 25 0,0-49-1,0 24-15,0-49 0,0 0 16,0 0-1,0-1-15,0 1 0</inkml:trace>
  <inkml:trace contextRef="#ctx0" brushRef="#br0" timeOffset="181599.3232">2356 4217 0,'-24'0'15,"-1"0"1,25-25-16,49 25 16,-24 0-16,0 0 15,25 25 1,-50 74 0,0 0-1,-25-24 16,0-51-31,-25-24 16,1-24 15,49-1-31,-25-74 16,25 74-16,0-50 16,50 26-1,-1 24 1,-24 25-1</inkml:trace>
  <inkml:trace contextRef="#ctx0" brushRef="#br0" timeOffset="182299.2818">2853 4068 0,'-25'0'0,"25"25"32,0 0-32,-25-25 31,25 24-31,0 26 15,-25 0 1,25-1 0,25-49-1,0 0-15,0-25 16,-1 25-16,-24-49 16,25 24-16,0-25 15,0-24 16,-25 49-31,-25 25 32,25 25-17,0 0-15,0 49 16,0-49-16,0 25 16,0 49-1,0 25 1,0 0-1,0-99-15,-25 49 16,0-49-16,25 0 16,-24-1-16,-26 26 15,0-25 1,1-25 0,-1 0-1,50-25-15,-25-25 31,25 26-31,25-51 0,74-49 16,1 50 15,-26 24-31,-24 25 32,-26 25-32</inkml:trace>
  <inkml:trace contextRef="#ctx0" brushRef="#br0" timeOffset="183729.1449">21878 4192 0,'25'0'0,"-50"0"78,25 25-78,-25-25 15,25 25-15,-25 49 16,25 0 0,-25 50-1,25-99-15,0 25 31,0-25-31,0-1 0,0 1 16,-24-25-16</inkml:trace>
  <inkml:trace contextRef="#ctx0" brushRef="#br0" timeOffset="184209.1691">21704 4291 0,'-25'-25'31,"50"1"-31,0 24 31,0 0-31,0 0 16,-1 0-16,1 0 31,0 0-31,0 24 0,24-24 0,26 25 32,-26 25-17,1-25 1,-25 24-1,-25-24-15,-25 0 16,25 0-16,-25-25 0,0 49 16,-49-24-1,24 0 1,-24 0 0,0-1-1,24 1 16,25-25-31</inkml:trace>
  <inkml:trace contextRef="#ctx0" brushRef="#br0" timeOffset="184519.088">22275 4415 0,'0'0'0,"-25"0"0,25 25 62,0 0-62,0 0 0,0 24 16,0-24-16,-25 0 31,25 0-31,-25-25 0,25 24 0</inkml:trace>
  <inkml:trace contextRef="#ctx0" brushRef="#br0" timeOffset="184719.0797">22275 4291 0,'0'0'0,"-25"0"0,25-25 16,25 25 15</inkml:trace>
  <inkml:trace contextRef="#ctx0" brushRef="#br0" timeOffset="185399.1001">22647 4415 0,'-25'0'16,"0"0"-1,0 0-15,0 25 31,25 0-31,0 24 16,0-24-16,25-25 31,0 0-31,-25-25 16,25 1 0,0-26-1,-25 0 1,0 26-1,0 48 17,0 1-32,0 50 15,0-1 1,-25 50 0,0-25-1,25-49-15,0 24 31,0-49-31,-25 0 0,25 49 0,-25-24 16,-24-25 15,24-25-31,-25 0 32,26-50-17,24 25-15,0-24 16,0 24-16,0-25 15,24 1 1,26 24 0,0 0-1,-26 25-15,26-50 16</inkml:trace>
  <inkml:trace contextRef="#ctx0" brushRef="#br0" timeOffset="186059.0602">22944 4415 0,'-24'0'0,"-1"0"16,25 25 31,0 0-47,0 0 15,0 24-15,0 50 32,0-74-17,0 0 1</inkml:trace>
  <inkml:trace contextRef="#ctx0" brushRef="#br0" timeOffset="186249.0666">22845 4242 0,'0'0'0,"-25"0"0,25-25 0,-24 25 15,-1 0 1,25 25-16</inkml:trace>
  <inkml:trace contextRef="#ctx0" brushRef="#br0" timeOffset="186559.0311">23217 4291 0,'0'-25'16,"-25"25"-1,1 0-15,24 25 31,0 25-31,0 24 16,0 1 15,0-51-31,0 51 16,0-50-16,24 24 16,1-24-1</inkml:trace>
  <inkml:trace contextRef="#ctx0" brushRef="#br0" timeOffset="187228.9913">23168 4589 0,'0'0'0,"0"-25"0,0 0 15,24 25 1,26 0-1,-25 0-15,49 0 16,-49 0-16,74 0 0,-24 0 31,-1-25-31,-49 1 32,-25-1-17,-25 25 16,0 25-15,25-1-16,-25-24 16,25 25-1,0 0-15,25-25 16,0 0 0,0-25-1,0-24 16,-1 49-31,1 24 16,0-24-16,0 25 31,0 0-31,-1 0 0,51-25 32,-1 0-17,-49-50 1,0-24-1,0 49-15,-25-25 16,0 26-16,0-1 16,0 0-16,-25 0 15,0 75 1,25-25 0,0 74-1,0-74-15,0 74 31,0-74-31,0-1 0,-25 76 16,-24-26-16</inkml:trace>
  <inkml:trace contextRef="#ctx0" brushRef="#br0" timeOffset="200308.16">5234 8037 0,'25'0'250,"-1"0"-234,1 0-16,0 0 15,25 0 1,-1-25-1,1 0 1,-25 25 0,-1 0-1,26 0 1,-25 0 0,0 0-1,24 0-15,-24 0 16,25 0-1,24 0-15,-49 0 16,25 0 15,-1 0-31,-24 0 32,0 0-17,0 0 1,-1 0-1,1 0 1,0 0 0,0 0-1,0 0 1,-1 0 0,1 0-1,0 0 1</inkml:trace>
  <inkml:trace contextRef="#ctx0" brushRef="#br0" timeOffset="201198.1086">6176 8012 0,'0'0'0,"0"-25"47,25 25 31,-25-25-47,25 25-31,0 0 16,-25-25-1,49-24-15,26 24 32,-1-25-17,-49 50-15,0-24 16,0 24-16,-25-25 0,49 25 15,-24-25 1,25 0 0,-26 0-1,1 1 1,0 24-16,0-25 31,-25 0-31,25 0 0,-1 0 0,1 1 16,0-1-1,0 25 1,-25-25 31,0 50 78,-25-25-109,25 25-1</inkml:trace>
  <inkml:trace contextRef="#ctx0" brushRef="#br0" timeOffset="202618.0126">6945 7962 0,'-24'0'31,"-1"0"-31,50 0 109,-1 0-77,1 0-32,0 0 15,25 0 1,24 0-1,-24 0 1,-1 0 0,26 0-1,-26 0 1,1 0 0,-1 0-1,1 0 1,-25 0-1,24-25 1,-24 25 15,-25 25-15,25-25 0,0 0 15,0 0-31,24 0 15,1-25 1,-25 25 0,-1 0 62,1 0-63,0 0 1,0 0 0,-25-24-1,25 24 17,-1 0-17,1-25 1,0 25-1,0 0 1,0 0 47,0 0-48,-1 0 1,1 0 78,-25-25-16</inkml:trace>
  <inkml:trace contextRef="#ctx0" brushRef="#br0" timeOffset="203788.0128">7020 7268 0,'25'0'110,"-1"0"-79,-24 25 32,25-1-48,0 1 1,-25 0-16,25 0 15,24 24 1,-24-24 0,-25 0-16,25 0 15,-25 0 1,0-1-16,0 26 16,0-25-1,0 0 1,0-1-1,0 1 1,0 0-16,0 0 31</inkml:trace>
  <inkml:trace contextRef="#ctx0" brushRef="#br0" timeOffset="204297.9067">7144 7665 0,'0'0'0,"0"24"78,0 1-46,0 0-32,25-25 31,-25 25-31,0 0 31,24-25-15,1 0 15,0-25-15,0 0-1,-25 0 1,25 0-16,-1 1 31,1 24-31</inkml:trace>
  <inkml:trace contextRef="#ctx0" brushRef="#br0" timeOffset="205307.8508">7516 7268 0,'0'0'0,"0"-25"0,-25 25 78,0 0-78,25 25 31,0-50 16,-25 25 15,50 0 1,-25 25 156,0 0-219,0-1 15,0 1 1,0 0-16,0 0 0,0 24 16,-25 1-1,25 0 1,0-26-1,25-24 1,25 0 15,-1-24-31,-24 24 32,0-25-17,-25 0-15</inkml:trace>
  <inkml:trace contextRef="#ctx0" brushRef="#br0" timeOffset="205577.8457">7317 7417 0,'0'0'0,"-24"0"16,48 0 15,26 0-15,-25 0-16,74-50 15,-74 50 1,0-25-16</inkml:trace>
  <inkml:trace contextRef="#ctx0" brushRef="#br0" timeOffset="206207.87">7739 7441 0,'25'0'16,"-50"0"109,0 0-109,25 25-16,-25 0 15,25 0 1,-24 0-1,24-1 1,0 26 0,24-50-16,1 0 15,0 25 1,-25 0 0,-25-25-16,-24 24 15,-26 1 1,26 0-1</inkml:trace>
  <inkml:trace contextRef="#ctx0" brushRef="#br0" timeOffset="270074.0213">3597 9996 0,'0'25'0,"-25"-25"15,25 25 1,0 0 15,-25-25 16,0 0-16,0 0-15,1 0 15,48 0 63,1 0-78,0 0-1,0 0-15,0 0 0,49 0 16,1 0-1,-1 0 1,-24 0 0,-1 0-1,-24 0-15,25 0 16,-26 0-16,1 0 16,25 0-16,24 0 15,-24 0 1,-1 0 15,1 0-31,0 0 16,-1 0 15,1 0-31,-25 0 31,24 0-15,-24-25-1</inkml:trace>
  <inkml:trace contextRef="#ctx0" brushRef="#br0" timeOffset="270724.0584">4415 9798 0,'0'0'0,"0"25"109,25-25-93,0 0-1,-25 24-15,49-24 16,26 25-1,-26-25 1,-49 25-16,25-25 16,-25 25-1,0 0-15,0-1 32,-25 1-32,-49 50 15,0-26 1,49-24-16,-25 25 31,25-25-31,25-1 0</inkml:trace>
  <inkml:trace contextRef="#ctx0" brushRef="#br0" timeOffset="271823.9204">1712 10170 0,'0'-25'31,"24"25"-31,-24-25 16,25 25 31,25 0-32,-25 0-15,-1 0 16,26 25 0,-25 50-1,-25-1 1,-25 0 15,-25-24-31,26-25 16,-26-25 15,50-25-15,25 0-1,49-24 1,1-1-1,-75 25-15,74-24 16,-49 24-16,24 0 16,-24-25-1,-25 1 1,0 24 0,0 50 46,-25 0-62,25-1 0,-49 51 16,-1-1 15,50 1-31,0-51 0,0 26 31,0-25-31,50-25 16,-1-25-1</inkml:trace>
  <inkml:trace contextRef="#ctx0" brushRef="#br0" timeOffset="272213.8984">2530 9897 0,'0'0'0,"-25"0"0,0 0 31,25 25 0,-24-25-31,24 25 16,-25-1-16,0 26 16,25-25-16,0 49 15,0 50 1,0 0 0,0-49-1,50-50 1,-26-25-16,1 0 0</inkml:trace>
  <inkml:trace contextRef="#ctx0" brushRef="#br0" timeOffset="272473.8816">2803 9996 0,'0'0'0,"0"25"15,-25-25 1,25 25 15,0 25-15,-25 49 0,-24 0-1,49-49 1,0-1 15</inkml:trace>
  <inkml:trace contextRef="#ctx0" brushRef="#br0" timeOffset="272693.8676">2629 10269 0,'0'0'0,"-25"0"0,25 25 16,-24-25-16,48-25 31,26 25-31,25-49 16,24 24 0,-50 0-1,-24 25-15,-25-25 16</inkml:trace>
  <inkml:trace contextRef="#ctx0" brushRef="#br0" timeOffset="272923.9294">3001 9996 0,'0'0'0,"25"-25"16,25 25-1,-1 50 1,-24 49 0,-25 25-1,-49-99-15,24 74 16,-25-74-16,50 25 0,-49-1 16,24-24-16</inkml:trace>
  <inkml:trace contextRef="#ctx0" brushRef="#br0" timeOffset="274753.7448">5383 9723 0,'0'0'0,"0"-24"0,-25 24 16,25-25 0,-25 25 15,0 0-15,0 0-1,-24 0 1,-26 25-1,26-1 1,-1 26 0,1-25 15,-1 24-31,0 26 31,26-50-31,-1 49 16,0-74-16,25 50 15,-25 24 1,0-24 0,25 24-1,0-49 1,0 0-16,25 24 16,-25-24-16,25 0 15,25 25 1,-1-1-1,1-24 1,-25-25-16,24 50 16,-24-50-16,0 0 15,24 24 1,26-24-16,24 25 31,-25-25-15,1 0-1,-50 0-15,24 0 16,-24 0-16,0 0 0,0 0 16,49-25-1,0 1 1,1-26 0,-50 25-1,0 0-15,-1 25 16,-24-24-16,25 24 15,-25-25-15,25 0 16,25 0 0,-26-24 15,1 24-31,0 25 0,-25-25 31,0 0-15,-25 0-1,25 1 1,0-26 0,0 25-1,0 0-15,0 1 16,0-1 0,0 0-16,0 0 15,-25-25 1,1 26-1,-26-26 1,25 25 0,0 0 15,-24 1-31,-1-1 31,-24-25-15,24 25-1,25 1 1,0 24 0,1 0-1,24-25 1,-75 25 0,1 0-1,49 0-15,-25 0 16,26-25-1,-1 25-15</inkml:trace>
  <inkml:trace contextRef="#ctx0" brushRef="#br0" timeOffset="275293.7688">5209 10021 0,'0'0'0,"0"-25"0,-25 25 16,25-25-1,-25 25 1,25 25 15,0 0 1,25 0-17,0 0-15,25 0 16,-26-1-16,100 26 15,-99-25-15,25 0 16,49 24 0,-49 1 15,-1-50-31,1 0 31</inkml:trace>
  <inkml:trace contextRef="#ctx0" brushRef="#br0" timeOffset="275573.7709">5631 10046 0,'0'0'0,"-25"0"16,25-25-16,-25 25 15,0 0-15,0 0 32,25 25-32,-74 49 31,0 26-31,-50 24 31,0 0-15,74-75-16</inkml:trace>
  <inkml:trace contextRef="#ctx0" brushRef="#br0" timeOffset="276623.7102">5358 10740 0,'0'0'0,"-25"0"94,25 25-94,0 0 0,-25 25 16,25-26-1,0 1-15,-25 50 16,25-51-16,0 1 0,-24 0 16,24 0-16,-25 74 15,25-74 1,-25 74-16,25 25 15,-25 0 1,25-99-16,0 49 16,0-49-16,-25 0 0,25 25 31,0-26-31,-24 76 0,24-76 16,0 26-1,-25 49 1,0-49-1,25-1 1,0-98 0</inkml:trace>
  <inkml:trace contextRef="#ctx0" brushRef="#br0" timeOffset="277413.5895">5283 10988 0,'0'0'0,"-24"0"16,-1 0 0,25 25-1,-25 25 1,-25-25-1,26-1 1,-1-24-16,0 25 16,0-25-16,25 25 31,-25-25-31,1 0 0,-1 0 31,25-25-15,49 0-1,-49 1-15,25-1 16,-25 0-16,25 25 0,-25-25 16,50 0-1,-1 1 1,-24-1 0,25 25-1,-50-25-15,24 25 16,1 0-16,0-25 15,-25 50 79,0 0-63,0 0-31,25-1 16,24 26 0,26 0-1,-26-1 1,-24-24-16,25 25 16,-25-50-16,-25 25 0</inkml:trace>
  <inkml:trace contextRef="#ctx0" brushRef="#br0" timeOffset="278793.5798">4465 12477 0,'0'-25'31,"0"50"79,0 0-110,-25-1 15,25 1-15,0 0 0,-25 99 16,-24-25 0,-1-24 15,50-51-31,-25-24 0</inkml:trace>
  <inkml:trace contextRef="#ctx0" brushRef="#br0" timeOffset="279233.5557">4341 12452 0,'0'0'15,"-25"0"-15,0 0 16,0 0-1,25 25-15,-24-25 16,48 0 31,1-25-31,74 25-1,-74-25-15,50 25 16,-51-25-16,1 1 15,0 24-15,0 0 0,0 0 16</inkml:trace>
  <inkml:trace contextRef="#ctx0" brushRef="#br0" timeOffset="279563.4619">4167 12923 0,'-25'25'0,"1"0"15,48-25 32,1 0-47,0-25 16,0 25-16,0 0 0,49-25 31,-49 25-31,24-25 0,26 1 31,-50-1-31</inkml:trace>
  <inkml:trace contextRef="#ctx0" brushRef="#br0" timeOffset="280313.4174">4539 12725 0,'0'-25'0,"25"25"31,0 0-31,0 0 15,-1 0 1,1 25 0,-25 24 15,0 1-31,-25 24 31,1-49-15,24 0-16,-25-25 15,25-25 1,25 0 0,-1-24-1,26-1 1,-25 50-16,0-25 16,24 1-1,-24 24 1,0 24-1,-25 1-15,0 0 16,0 0 0,0 0-16,-25-25 31,25 24-31,-25-24 31,25-24-15,50-1-1,-25-50 1,0 75-16,49-49 16,-49 49-16,0-25 15,-1 25 1,1 0 0,-25 25-1,25 24 1,-25-24-16,0 25 15,0-25-15,0-1 16,0 26 0,0-25 15,0 0-31,25-25 31</inkml:trace>
  <inkml:trace contextRef="#ctx0" brushRef="#br0" timeOffset="280593.4227">5259 12750 0,'0'24'46,"0"1"-30,0 0-16,0 0 16,0 0-16,0 24 31,-25 26-31,25-26 31,0 1-15,0-25-1</inkml:trace>
  <inkml:trace contextRef="#ctx0" brushRef="#br0" timeOffset="280903.4584">5283 12799 0,'0'0'0,"0"-25"0,0 1 15,25-1 1,25 25 0,-25-25 15,24 25-31,-24 25 31,-25 24-15,-50 1-1,1 0 1,-26-26 0,26 26-1,24-50-15,0 0 16,0 0-16</inkml:trace>
  <inkml:trace contextRef="#ctx0" brushRef="#br0" timeOffset="281443.3497">5631 12725 0,'-25'0'15,"0"0"1,25 25-16,-25-25 16,25 24-1,-25 26 1,25 0 0,0-26-1,25-24 1,25 0-1,-1-24 1,-24-1 0,0-25 15,-25 25-31,0 1 31,0 48 0,0 1-15,0 0 0,0 25-1,0-1 1,25-24 0,0-25-16,24 0 15,-24-50 1,0 50-16</inkml:trace>
  <inkml:trace contextRef="#ctx0" brushRef="#br0" timeOffset="281723.3564">6052 12502 0,'0'0'0,"-24"-25"0,24 0 16,0 50 15,0 0-15,0 24 0,0 26-1,0-1 1,0-49-16,0 24 15,-25-24-15,25 0 16</inkml:trace>
  <inkml:trace contextRef="#ctx0" brushRef="#br0" timeOffset="282123.3331">6325 12650 0,'-25'0'31,"1"0"-16,24 25-15,-50 0 16,0 0 0,50 0-16,0-1 31,0 1-31,50 0 0,-25 25 31,0-1-15,-50-24-1,-50 0 1,26-25 0,24 0-16,25-25 15</inkml:trace>
  <inkml:trace contextRef="#ctx0" brushRef="#br0" timeOffset="282493.3631">6449 12750 0,'25'0'0,"25"0"15,-26 0 1,51 0-16,-1-25 31,-49 25-15,-25-25-1,0 0 1,-25 0 0,-24 25-1,-1 25 1,25 0-16,0 0 16,1 0-16,24-1 0,0 1 15,0 50 1,49-26-1,1-24 1,-1-25 0</inkml:trace>
  <inkml:trace contextRef="#ctx0" brushRef="#br0" timeOffset="282963.263">7094 12526 0,'0'-24'15,"0"48"63,0 1-78,0 0 16,-49 49 0,24 26-1,25-1 1,0-25 0,25-74-16,24 25 15,-24-25 1,0 0-16,0 0 15</inkml:trace>
  <inkml:trace contextRef="#ctx0" brushRef="#br0" timeOffset="283163.2521">6945 12799 0,'0'0'16,"-24"-25"-16,24 1 31,24 24-31,26 0 16,-25 0-16,49-25 15,-49 25 1</inkml:trace>
  <inkml:trace contextRef="#ctx0" brushRef="#br0" timeOffset="283513.2287">7243 12700 0,'25'-25'15,"0"25"1,-1 0-16,1 0 0,25 0 31,-25 0-31,24 25 16,-24 0-16,0-25 15,-25 49 1,-25 1 0,-25-25-1,26 0 1,24-50 0,0 0-1,0-25 1,49 1-1,1 24 1,-25 0 0,-1 25-16,1 0 31</inkml:trace>
  <inkml:trace contextRef="#ctx0" brushRef="#br0" timeOffset="283993.2745">7888 12675 0,'0'0'0,"-25"0"31,0 0-16,0 0-15,-24 25 16,-1 25 0,50-26 15,25 1-31,25-25 31,-26 0-31,1 0 16,0-25-16,-25 1 0,0-1 15,0 0 1,-25 0 0,25 50-1,0 0 1,0 24 0,50 1-1,-1 0 1,26-50-1,-1 0 1,-74-25 0</inkml:trace>
  <inkml:trace contextRef="#ctx0" brushRef="#br0" timeOffset="284193.2735">8210 12650 0,'0'0'16,"-24"0"-1,-1 0-15,25 25 32,0 0-17,25 49 1,-25-24 0,-25 0-1</inkml:trace>
  <inkml:trace contextRef="#ctx0" brushRef="#br0" timeOffset="284373.2603">8161 12502 0,'0'0'0,"0"-25"15,0 0-15,0 0 16,25 25 15</inkml:trace>
  <inkml:trace contextRef="#ctx0" brushRef="#br0" timeOffset="284863.1519">8483 12551 0,'0'25'16,"0"0"-1,0 0 1,0 24-1,0 1 1,0-25-16,0-1 16,0 1-1,0-50 17,0 1-17,75-51 1,-51 75-16,1-25 15,0 25-15,-25-24 0,25 24 16,0 0 0,-1 49 15,-24 26-31,25-26 31,0-49-31,-25 25 16,25 0-16,0-25 15,-1 0-15,1 0 16,0 0-16</inkml:trace>
  <inkml:trace contextRef="#ctx0" brushRef="#br0" timeOffset="286843.1067">6127 10145 0,'25'0'31,"-25"-25"-31,24 25 187,-24 25-187,25-25 0,0 0 16,25 0 0,24 0 15,-49 0-31,74 0 0,-49 0 16,49-25-1,50 25 1,-25 0-16,0 0 31,-99 0-31,74 0 16,-74 0-16,-1 0 0,26 25 15,49-25 1,0 0 0,-24-25-1,-1 25 1,-49 0-16,49-24 15,-49 24-15,25 0 16,-1-25 0,-24 25 15,0 0-31,0 0 31,-50 0 0</inkml:trace>
  <inkml:trace contextRef="#ctx0" brushRef="#br0" timeOffset="287413.0008">7689 9922 0,'0'0'0,"-24"0"16,-1 0-16,0 0 31,0 0-15,50 25 46,25-25-46,-26 0 0,1 0-16,0 0 0,25 24 15,24-24 1,-24 0-1,-26 0-15,26 25 16,-50 0 0,25-25-16,-25 25 31,0 0-15,-25-25-1,25 25 1,-25-25-16,0 49 0,1-24 15,-1-25 1,0 50 0,-25-26-1,26-24 1</inkml:trace>
  <inkml:trace contextRef="#ctx0" brushRef="#br0" timeOffset="290042.9192">8558 9773 0,'0'0'0,"0"-25"94,24 25-78,-24-25-1,25 25-15,25 0 16,-1 0 0,1 0 15,-25 0-31,-25 25 0,25 0 16,-25 25-1,-50 49 1,0 0-16,-24 0 31,24-74-15,50 0-16,-24-25 15,24-25 17,24 25-32,1-49 15,50-26 1,-51 50-16,51-24 15,-75 24-15,25 0 0,-1-25 16,26-24 0,0 24 15,-1 1-31,1-1 31,-25 50-15,-50 0-1,25 25 1,-50-25 0,1 50-1,24-26 1,25 1-16,-25 0 16,0-25-16,25 25 0,-25 24 15,1 51 1,-1-51-1,50 26 1,49-50 0,0-25 15,-49 0-31,75 0 0,-76 0 16,26 0-1</inkml:trace>
  <inkml:trace contextRef="#ctx0" brushRef="#br0" timeOffset="290612.8087">9401 10046 0,'0'-25'31,"0"0"-16,-25 25 32,25 25-47,-25-25 16,1 25-16,-1 0 16,25 0-16,0-1 15,0 1 1,0 0-16,25 25 15,-1-26 1,1 26 0,-25-25 15,-25 0-31,25-1 0,-74 1 31,49-25-31,0 0 16,-24 25-16,-1-25 31,50-74-31</inkml:trace>
  <inkml:trace contextRef="#ctx0" brushRef="#br0" timeOffset="291192.8493">9872 9699 0,'0'0'0,"0"-25"32,-49 25-1,49 25 63,0-1-79,-25-24-15,25 25 0,-25 0 16,0 49-16,0 1 31,25-50-31,-24 49 16,24-49-16,0 25 0,0-26 15,0 1-15,24 25 16,1-25-16,25-25 16,49 0-1,-25-50 1</inkml:trace>
  <inkml:trace contextRef="#ctx0" brushRef="#br0" timeOffset="291512.7578">10220 9723 0,'0'25'31,"0"0"-15,0 0-16,0 24 16,0-24-16,0 74 15,0-74 1,-25 50-16,0-1 15,25-49 1,25 0 0,0-25-1</inkml:trace>
  <inkml:trace contextRef="#ctx0" brushRef="#br0" timeOffset="291712.7446">10120 10021 0,'0'0'0,"-24"0"16,24-25-1,24 0 1,51 1 0,-26 24-1,1 0 1,-25-25-16,0 25 15</inkml:trace>
  <inkml:trace contextRef="#ctx0" brushRef="#br0" timeOffset="291942.7665">10517 9773 0,'0'0'0,"25"0"31,25 0-15,-26 50 0,1-1-1,-50 75 1,-74-24 0,74-51-16,-99 26 15,100-51 1,-51 1-16</inkml:trace>
  <inkml:trace contextRef="#ctx0" brushRef="#br0" timeOffset="294212.5964">9376 6052 0,'0'0'0,"0"-24"16,0-1-1,-25 25 1,25 25 31,0-1-32,0 1-15,-24-25 16,24 50 0,0-1 15,0-24-31,0 25 0,-25-50 0,25 25 16,0 49-1,0 0 1,-25 26-16,25-1 31,-25-25-15,25-49-16,-25 49 15,25-49-15,0 25 16,0 0 0,25 24-1,-25 0 1,0 1-1,0-50-15,-25 24 16,1-24-16,24 0 16,-25 49-16,25 1 31,0-26-31,0-24 31,0 25-15,0-26-16,0 26 0,0-25 15,0 24 1,0 26 0,0-26-1,0 1 1,0-25-16,0 0 16,-25-1-16,25 1 31,0 0-16,0 0-15,0 0 16,0 24 0,0-24 15,0 0-31,0 0 0,0 0 31,0-1-31,0 1 16,0 25-16,0-25 31,0-1-15,0 1-16,0 0 15,0 0 1,0 0 0,0 24-1,0-24 1,-25-25-1</inkml:trace>
  <inkml:trace contextRef="#ctx0" brushRef="#br0" timeOffset="294712.5691">8905 8334 0,'0'25'62,"49"-25"-30,-24 0-32,25 25 31,-50 0-31,25 0 0,0-1 16,-1-24-1,-24 25 1,25-25-16,25-25 31,-1-24-15,-24 24-16,0 0 15,-25 0-15,25 25 0,-25-24 16,49 24 0,-24-25-1</inkml:trace>
  <inkml:trace contextRef="#ctx0" brushRef="#br0" timeOffset="295592.5892">8037 8830 0,'0'0'0,"0"-24"15,0-1 17,-25 25 15,0 0-32,-25 49 1,26-49-16,-1 50 0,0-50 0,25 25 15,-50 0 1,26 24 0,24-24-1,24-25 1,51 25 0,-50-25-16,49 25 15,-49-25-15,0 0 0,0 25 16,-25-1 15,-25-24-15,0 25-16,-50 0 31,51 0-31,-51-25 0,75 25 0,-25-25 16,-24 0-1,24 0 1,25-25-16</inkml:trace>
  <inkml:trace contextRef="#ctx0" brushRef="#br0" timeOffset="296122.5582">8285 8954 0,'0'-24'15,"-25"24"32,0 0-31,25 24-16,-25-24 0,25 25 15,-49 0 1,24 25 0,25-1-1,25-24 1,24-25 0,-24 0-16,25-25 15,-50 1-15,25-1 0,-25 0 16,24 0-1,-24 0 1,0 50 47,0 0-48,0 0-15,0 0 16,0-1-16,25 1 31,-25 0-15,25-25-1,0 0-15</inkml:trace>
  <inkml:trace contextRef="#ctx0" brushRef="#br0" timeOffset="296812.4428">8558 8880 0,'0'0'0,"24"0"0,1 0 31,0 0-15,0 0-1,0 25 1,-1 24-16,-24-24 0,-24 25 31,24-25-31,-25 0 16,-25-1-1,50 1 1,0-50 15,25 25-31,25-74 16,-1 24-1,1 50 1,-1-25 0,-49 50 15,0 0-31,0 0 0,-49 0 31,49 0-31,-25-25 16,25 24-16,0-48 31,25-1-15,0 0-1,-1 0-15,1 0 16,0 25-16,-25-25 16,25 25-1,0 0 1,-25 25-1,0 0-15,0 0 16,0 0-16,0 0 16,0-1-16,0 1 31,-25 0-31,25 25 31</inkml:trace>
  <inkml:trace contextRef="#ctx0" brushRef="#br0" timeOffset="297112.4252">9227 9029 0,'0'0'16,"0"25"31,0 0-16,0-1-31,0 1 0,0 25 31,0-1-15,-24 1-16,24-25 31,-25-25-15</inkml:trace>
  <inkml:trace contextRef="#ctx0" brushRef="#br0" timeOffset="297432.48">9203 9079 0,'0'0'0,"0"-25"0,24 25 16,1-50 0,25 0 15,-1 26-31,-24 24 31,-25 24-15,25 1-16,-25 0 0,0 0 31,0 0-31,-50 0 16,-24 24-1,0-24 1,24 0 0</inkml:trace>
  <inkml:trace contextRef="#ctx0" brushRef="#br0" timeOffset="297772.3856">9599 8880 0,'0'0'0,"0"-25"16,25 25-1,-25 25 17,25 0-32,-25 24 15,-25 26 1,-24-1-1,49-49-15,-25 50 16,25-51 0,-25 26-16,0-25 31</inkml:trace>
  <inkml:trace contextRef="#ctx0" brushRef="#br0" timeOffset="298212.3599">9699 9153 0,'0'0'16,"-25"0"-16,50 0 31,-25 25-31,24-25 16,1 0-1,25 0 1,-1 0 0,1-25 15,-25 25-31,0-25 0,-25 0 0,0 1 16,0-1-1,0 0 1,-25 25-16,-25 25 31,1 24-15,24-49-16,0 25 15,25 0-15,-25-25 0,25 25 16,0 24 0,25-24-1,25 0 1,-26-25-1</inkml:trace>
  <inkml:trace contextRef="#ctx0" brushRef="#br0" timeOffset="298722.4044">10319 9103 0,'0'0'16,"-25"0"-16,0 0 0,0-24 31,1 24-15,-26 49-1,25 1 1,0-25 0,25-1-1,25-24-15,25 0 16,-25 0-1,24 0-15,1-24 16,-1-26 0,-24 0 15,-25 26-31,0-26 0,0 25 0,0 0 16,0-24-1,0 24 1,-25 0-16,25 50 62,0 0-46,0-1 0,-24 26-16,-1 25 15,0 24 1,25-50-1,0-24-15,-25 25 16</inkml:trace>
  <inkml:trace contextRef="#ctx0" brushRef="#br0" timeOffset="299372.3661">10889 9004 0,'0'-25'0,"0"0"31,0 1-15,-25 24 15,1 24-15,-51 51-1,26-1 1,24 1-1,25-50-15,0 24 16,25-24 0,-1 0-16,26 0 31,-25-1-31,-25 1 31,-75 0-15,51 0-16,-51 0 0,50-25 0,1 0 15,-26 0 1,0-25 0,50 0-16</inkml:trace>
  <inkml:trace contextRef="#ctx0" brushRef="#br0" timeOffset="299622.3569">11088 9178 0,'0'0'0,"0"25"47,0-1-32,0 1 1,0 25-16,0-1 31,0 1-15</inkml:trace>
  <inkml:trace contextRef="#ctx0" brushRef="#br0" timeOffset="299792.2927">11162 9079 0,'0'0'0,"0"-25"15,0 0 17</inkml:trace>
  <inkml:trace contextRef="#ctx0" brushRef="#br0" timeOffset="300472.3011">11509 9128 0,'0'0'0,"-24"0"31,-1 0-15,0 25-16,0 0 31,25 0-31,0-1 0,0 1 0,-25-25 16,25 25-1,0 0 1,50-25-16,-25-25 31,0 0-15,-1-24-1,-24 24-15,0 0 16,25 25-16,-25-25 16,0 50-1,0 0 1,0 49-1,0-49-15,-25 25 16,25-26-16,0 1 16,0 50-16,-24-1 31,-1 0-31,0-49 31,-25 0-15,26-25-16,-1 0 0,-25-25 31,25 25-31,1-25 16,-1-24-1,25 24 1,25-25 0,-1 50-16,26-24 15,-25 24-15,0-25 0,-1 25 16,26-25-1,0-25 1</inkml:trace>
  <inkml:trace contextRef="#ctx0" brushRef="#br0" timeOffset="300962.203">11757 9178 0,'0'0'0,"25"0"16,0 0-1,0 0 17,-25 25-32,0-1 15,0 26 1,-25 24-1,25-49-15,-25 0 16,0-25-16,25 25 16,25-50 15,0 0-31,49-24 31,1-26-15,-50 50-16,24 1 0,-24 24 15,0 0 1,-25 24 0,0 1-1,0 25 1,-25 24 0,25-49-16,0 25 15,0-26-15,25 1 0,0-25 16,24 25-1</inkml:trace>
  <inkml:trace contextRef="#ctx0" brushRef="#br0" timeOffset="301622.1582">12477 9327 0,'0'0'0,"-25"0"0,25-25 16,-50 25-16,1 0 31,24 25-15,0-25-16,0 24 15,25 1-15,0 0 0,0 0 16,25 0 0,25-25-1,24-25 1,-49-25-1,-25 25-15,25 25 16,-25-24-16,-25 48 31,25 1-15,0 0-16,0 0 31,50 0-15,-26-25-16,51 0 0,-50 0 0,24 0 15,26-25 1,-26-25 0,1-24-1,-25-1 1,-25 51-16,24-51 16,-24 50-16,0 1 0,0-1 15,0 0 16,0 50 16,0 0-31,0 24-16,0-24 0,-24 99 31,24-99-31,0 74 16,0-25-16,24 1 31,51-50-15,-50-25-16</inkml:trace>
  <inkml:trace contextRef="#ctx0" brushRef="#br0" timeOffset="332910.3672">1042 819 0,'0'-25'16,"-25"25"-1,25-25 1,-25 25 0,0 0-1,-24 0 16,-1 25-15,1 24 0,-1 1-1,25 24 1,0-24 0,50-25 15,25-25-31,-1 0 31,51 0-15,-51-25-1,-24 0 1,-25 0-16,25 1 16,-25-1-16,25 25 0,-25-25 15,0-25 1,0-24-1,-50 24 1,25 1 0,-24 24-1,49 0 1,0 0 0,49 1 15,26-26-31,-26 25 31,-24 25-31,0 0 16,0 0-16,-25 25 15,24 0 1,-24 0-16</inkml:trace>
  <inkml:trace contextRef="#ctx0" brushRef="#br0" timeOffset="333360.3761">1587 546 0,'25'-25'16,"-50"25"31,25 25-47,-24 0 15,-1-1-15,0 1 16,-25 74 0,1-24-1,49-50-15,-25 74 16,25-74 0,0 24-16,25 1 31,49-50-31,-24 0 31,-25 0-31,-1-50 16,1 50-16</inkml:trace>
  <inkml:trace contextRef="#ctx0" brushRef="#br0" timeOffset="333670.3013">1786 670 0,'0'-25'0,"25"25"0,-25-25 15,25 25 17,-25 25-1,0 0-31,0 24 0,0-24 15,0 25 1,-50-1 0,50 26-1,0-1 1,0-49 0,25 0-16,0-25 15</inkml:trace>
  <inkml:trace contextRef="#ctx0" brushRef="#br0" timeOffset="333890.2543">1761 819 0,'-25'0'15,"75"0"32,-25 0-47,0 0 16,24-25-1,1 0 1</inkml:trace>
  <inkml:trace contextRef="#ctx0" brushRef="#br0" timeOffset="334190.2748">2084 670 0,'0'-25'0,"24"25"16,-24-25-16,25 25 31,0 0-31,-25 25 0,25 25 15,24-1 1,-24 26 0,-50 24-1,-49-25 1,74-49-16,-25 25 16,0-50-16,1 24 15,-1-24-15,0 0 0</inkml:trace>
  <inkml:trace contextRef="#ctx0" brushRef="#br0" timeOffset="334540.2894">2604 868 0,'0'0'0,"-24"0"15,24-25 1,24 25-1,26 0-15,25-24 16,-51-1 0,76 25-16,-1 0 15,-50-25 1</inkml:trace>
  <inkml:trace contextRef="#ctx0" brushRef="#br0" timeOffset="334720.2958">2604 1067 0,'0'0'16,"-24"0"-16,48 0 31,26-25-31,74 0 16,-25 25-1,-49-25 1</inkml:trace>
  <inkml:trace contextRef="#ctx0" brushRef="#br0" timeOffset="335290.2057">3770 620 0,'0'0'0,"0"25"78,25-25-62,-25 50-16,0-1 15,0 50 1,0 1-1,-25-1 1,25-50 0,25-49-1,0 0-15,49-24 16,-24-1 0,-25 25-16</inkml:trace>
  <inkml:trace contextRef="#ctx0" brushRef="#br0" timeOffset="335510.193">3646 843 0,'0'0'0,"-25"0"0,1 0 16,-1 0-1,0 0 1,75 0-1,-1-24-15,51-1 16,-51 25 0,50 0-16,-49-25 15</inkml:trace>
  <inkml:trace contextRef="#ctx0" brushRef="#br0" timeOffset="335760.2326">4266 819 0,'0'0'16,"25"0"15,0 0-16,0 0-15,49-25 16,-24 25 0,-25 0-16,24-25 15</inkml:trace>
  <inkml:trace contextRef="#ctx0" brushRef="#br0" timeOffset="335970.1383">4390 1042 0,'-24'0'16,"48"-25"0,1 25-1,25 0-15,-1 0 16,-24 0-16,25-25 15,-25 25-15,24 0 16,-49-25-16</inkml:trace>
  <inkml:trace contextRef="#ctx0" brushRef="#br0" timeOffset="336660.1829">5234 744 0,'-25'0'0,"25"25"0,-25-25 16,0 0 0,1 0 15,-1 0 0,0 0-15,25 25-1,-50 24 1,50 1 0,0 0-1,25-1 1,50-49-1,-51 0-15,26 0 16,-25-25 0,24 1-16,-24-1 15,-25-25 1,-25 25 0,1-24 15,-1 24-31,0 25 31,0 0-15,25-25-1,-74 25 1,-25 50-16</inkml:trace>
  <inkml:trace contextRef="#ctx0" brushRef="#br0" timeOffset="338489.9798">3175 695 0,'0'-25'78,"25"25"-78,-25-25 16,0 0 0,25 0-16,-25 1 0,0-1 31,0 0-31,24 25 0,-24-25 0,-24 50 47,24 0-47,-25 49 31,25 1-15,0-26-1,25-24-15,-1 25 16,-24-26-16,0 26 15,25 24 1,-25-24 0,-25 24-1,1-74-15,-1 50 16,0-25-16,0-25 16,0 25-16,25-1 31,0-48 0,0-1-15,25 25-1,-25-25 1,25 25 0,0 0-1,0 0 1,24 0-1,1-50 1,-1 1 0</inkml:trace>
  <inkml:trace contextRef="#ctx0" brushRef="#br0" timeOffset="338880.0326">3497 719 0</inkml:trace>
  <inkml:trace contextRef="#ctx0" brushRef="#br0" timeOffset="339069.9456">3597 1067 0,'0'0'0,"0"24"0,0 1 15,0 0-15,0 0 32,-25 0-32,25-1 0,-25 1 31,0-25-31</inkml:trace>
  <inkml:trace contextRef="#ctx0" brushRef="#br0" timeOffset="340119.9594">3101 1811 0,'-25'0'32,"0"0"-32,0 0 15,0 25 1,1-1 0,-1 51-1,25-1 1,49-24-1,1-25-15,0-1 16,-26-24-16,1 0 16,50 0-16,-1-49 15,-74-26 1,-25 1 0,0 49-16,-24-24 31,24 49-31,25-25 0,-25 0 0,0 0 31,1 25-15</inkml:trace>
  <inkml:trace contextRef="#ctx0" brushRef="#br0" timeOffset="340939.9112">3894 1761 0,'0'0'0,"0"-25"0,25 25 16,0 0-1,0 0 1,0 25-1,-1 50 1,-24-26 0,0 1-1,-24-25-15,-1-1 16,0-24-16,0 25 16,0-25-16,-49 0 31,24-25-31,26-74 31,48 25-15,26 24-16,24 25 31,-24 25-15,-25 0-1</inkml:trace>
  <inkml:trace contextRef="#ctx0" brushRef="#br0" timeOffset="341209.8234">4341 1662 0,'0'0'0,"-25"0"15,25 25 17,25 24-32,0 1 31,-1 49-15,-24-74-16,0 25 15,0-26-15,0 1 0,25 25 16</inkml:trace>
  <inkml:trace contextRef="#ctx0" brushRef="#br0" timeOffset="341719.865">4341 1836 0,'25'0'0,"-1"0"15,26-25 1,24 25 0,1-50-16,-50 25 31,-25-24-15,-25 24-1,25 0 1,0 50 15,0 0-15,0 24-16,0 26 15,0-1 1,0 1 0,0-51 15,0-48 0,0-1-31,25 0 16,24-25-16,1 50 31,-25 0-15,-1 50-1,-24 0 1,-24-1-1,-1-49 1</inkml:trace>
  <inkml:trace contextRef="#ctx0" brushRef="#br0" timeOffset="342059.8455">4862 1935 0,'0'0'0,"0"25"0,25-25 31,24-25-31,1 25 16,-25-25-16,24 0 0,-24 0 0,0 25 15,-25-24 1,0-26 0,-75 50-1,26 0 1,-1 25-1,25 0-15,1-1 16,-1 1-16,25 0 16,0 25-16,49-1 15,26-24 1,-1-25 0,-49 0-16</inkml:trace>
  <inkml:trace contextRef="#ctx0" brushRef="#br0" timeOffset="342369.7728">5234 1786 0,'25'25'62,"-1"0"-62,1-1 0,-25 1 16,25 50-1,-25-26 1,-25-49 15,25-25-31,-25 1 16,25-26 0,0 0 15,50 1-31,24 24 31,-49 0-15</inkml:trace>
  <inkml:trace contextRef="#ctx0" brushRef="#br0" timeOffset="342769.7519">5531 1761 0,'0'0'0,"0"25"63,0 0-63,0 0 15,0-1-15,25-24 0,0 25 16,-25 0 0,25-25 15,0-50-31,-1 1 31,-24 74 0,25-25-15,0 49 0,25-49-1,-1-25 1,-24 1-1,-25-26 1,-25 0 0,-24 26-1,49-1-15</inkml:trace>
  <inkml:trace contextRef="#ctx0" brushRef="#br0" timeOffset="343019.7875">5928 1662 0,'0'-25'15,"0"50"16,25-25-31,-25 25 16,0 24-16,25 26 16,-25-50-1,0-1-15,0 1 16</inkml:trace>
  <inkml:trace contextRef="#ctx0" brushRef="#br0" timeOffset="343209.7421">6052 1463 0,'0'0'0,"-24"0"15,-1 0-15,-25 0 16,25 0-1</inkml:trace>
  <inkml:trace contextRef="#ctx0" brushRef="#br0" timeOffset="345109.6641">6449 1637 0,'-25'0'16,"1"0"-1,-1 0 16,25 25-31,-25-25 16,50 74 0,24-24-1,-24 0 1,-25-1 0,-25 1 15,-74-25-31,74-25 0,-74 0 31,74 0-31,25-25 16</inkml:trace>
  <inkml:trace contextRef="#ctx0" brushRef="#br0" timeOffset="345439.6456">6573 1712 0,'0'0'0,"25"24"16,0-24-16,49 0 16,1 0-1,-51 0-15,1-24 16,0 24-16,0-25 16,0 0-16,0 0 31,-1 25-31,-48 0 31,-51 25-15,25 25-16,26-1 31,98 1-15,25-25-1,1-25 1</inkml:trace>
  <inkml:trace contextRef="#ctx0" brushRef="#br0" timeOffset="347559.5199">8334 1091 0,'0'-24'16,"-24"24"-16,24-25 31,24 25 110,1 0-126,0 0-15,0 0 16,0 0-16,49 0 16,-49 0-16,49 0 31,50 0-31,-49 0 31,-1 0-15,0 0-16,-49 0 0,99 0 31,-99 0-31,74 0 16,25 0-1,-24 25 1,-26-25-1,-49 0-15,24 0 16,-24 24-16,0-24 16,0 0-16,0 0 0,74 0 15,-74 0-15,74 25 16,50-25 0,-25 0 15,-99 0-31,99 25 0,-75-25 0,1 0 15,49 0 1,25 25 0,-25-25-16,0 0 31,-24 0-15,-50 0-16,-1 0 15,1 0-15,0 0 0,0 0 16,0 0-1,24 0 1,26 0 0,24 0-1,-25 0 1,-49 0-16,25 0 16,-25 0-1,-25-25 1,24 25-16,1 0 31,0 0-15,0 0-16,0 0 31,24 0-15,-24 0-1,0 0 1,0 0-1,-50 0 64,25-25-79,-25 25 0,25-25 0,-25 1 15</inkml:trace>
  <inkml:trace contextRef="#ctx0" brushRef="#br0" timeOffset="348869.442">10145 174 0,'25'0'31,"-50"0"79,25 24-48,0 1-62,0 0 16,0 0 15,0 0-31,0-1 16,0 1-1,-25 25 1,25-1-1,-24 26 1,24-25 0,0-26-16,0 1 15,0 0-15,0 0 16,0 0 0,0 24 15,-25-24-31,25 25 31,0-1-15,0-24-16,0 0 31,0 0-15,0 24-1,0-24 1,0 0-1,0 0 32,0-1-15,0 1 14,0-50-14</inkml:trace>
  <inkml:trace contextRef="#ctx0" brushRef="#br0" timeOffset="350259.3601">10096 546 0,'0'25'141,"-25"-25"-126,25 24 1,-25-24 0,0 25-1,0-25 1,0 25 0,1 0-16,-1-25 15,0 0-15,50 0 78,-25-25-62,25 25-16,-1-25 16,-24 0 15,25 1-31,0 24 31,0-25-15,0 25 15,0 0 0,-1 0-15,1 0 15,0 0 78,-25-25-93,25 25-16,-25 25 109,25-25-109,-25 25 0,49-25 0,26 24 16,49 26 0,-25-50-1</inkml:trace>
  <inkml:trace contextRef="#ctx0" brushRef="#br0" timeOffset="351419.2934">10071 1240 0,'-25'0'31,"25"25"16,-25-25-47,0 0 31,25 25-31,-25-25 16,25 25 0,-24-1-16,24 1 31,0 0-16,0 0 1,0 0 0,24-25-16,26 0 31,0 0-15,-1 0-1,-24 0 1,0-25-1,0 25 1,-25-25 0,0 0 15,0 0-15,0 1-16,0-1 31,0 0-31,-25 25 47,0 0-47,-24 0 31,49 25-31,-50 0 16,25-25-16</inkml:trace>
  <inkml:trace contextRef="#ctx0" brushRef="#br0" timeOffset="352439.2315">11633 967 0,'0'0'0,"-24"0"16,-1 0 0,0 0-1,50 0 141,0 0-140,-25 25-16,24-25 16,26 25-1,0 0 1,-26-25-16,1 25 16,0-25-16,0 0 15,-25 24 1,49 1-16,-49 0 31,-24-25-15,-1 25-16,25 0 0,-75-1 31,51-24-31,-1 0 0,-50 25 16,1 0-1,24 0-15</inkml:trace>
  <inkml:trace contextRef="#ctx0" brushRef="#br0" timeOffset="353459.1714">8458 843 0,'25'0'0,"-25"-24"78,-25 24-47,25 24-15,-24-24-16,-1 25 15,0 0 1,0 0-16,0-25 16,-24 49-1,-1 1 1,25-25 0,50-50 15,0 0 0,-25 50 16,74 25-31,26-1-1,48 26 1,-98-51-16</inkml:trace>
  <inkml:trace contextRef="#ctx0" brushRef="#br0" timeOffset="361908.6722">10443 248 0,'0'25'0,"0"0"63,-25-25-48,50 0 16,0 0 32,-25-25-47,0 0 30,24 25-30,-24-25-16,0 0 31,25 25-31,-25-24 32,0 48 139,-25 1-155,25 0 0,0 0-1,0 0 1,0-1 0,0 1-16,0 0 31,0 0-31,0 0 15,0-1 17,0 1-17,-24 0 32,24-50 109,-25 25-156,0 0 32,0 0-1,0 0 0,50 0 0,-25-25-15,25 25-16,0 0 16,0 0-1,-1 0 1,26 0 0,0 0 15,-26 0-16,1 0 17,0 0-1</inkml:trace>
  <inkml:trace contextRef="#ctx0" brushRef="#br0" timeOffset="384057.2892">3746 14362 0,'0'25'157,"-25"-25"-64,0 0 110,0 0-187,0 0 0,0 0-1,1 0 1,-26 0 0,25 49-1,0-49 16,25 25-31,-24-25 32,-1 75-32,0-1 31,25 0-15,0-49-1,0 0-15,25 0 16,0-25-16,-1 0 31,1 25-31,0-25 16,25 0-1,-26 0-15,1 24 16,0-24 0,0 0-16,0 0 15,-25-24 1,25-1-1,-1-50 17,1 26-32,-25 24 31,0 0-15,0 0-1,-25 25 32,25-24-47,0-1 16,-24-25-1,-1 1 1,0-1 0,0 25-1,25 0 1,0 0-1,-25 1-15,0 24 0,25-50 32,-24 0-32,-1 1 31,25-1-15,0 25-1,25 25 1,-1-24-1,51-1 1,24-25 0,0 1-1,-49 24 1,-25 25 0</inkml:trace>
  <inkml:trace contextRef="#ctx0" brushRef="#br0" timeOffset="385107.3051">4043 14585 0,'-25'0'16,"25"25"77,-24-25-77,48 0 93,1 0-109,0 0 0,0 0 0,24-25 16,-24 25 0,74-25-16,-74 1 0,25 24 15,-1 0 1,-24 24-1</inkml:trace>
  <inkml:trace contextRef="#ctx0" brushRef="#br0" timeOffset="385487.2794">4167 14610 0,'0'25'62,"0"0"-30,0-1-17,0 1 1,0 0-16,0 0 16,0 0-16,-25 49 15,25-49-15,-24 49 16,-1-24-1,0-25 1</inkml:trace>
  <inkml:trace contextRef="#ctx0" brushRef="#br0" timeOffset="386387.2263">4490 14709 0,'-25'0'0,"0"0"16,25 25 359,0 0-359,-25-25-1,25 25-15,-25-25 16,25 24-1,0 1-15,0 0 16,0 0 0,25-25-1,0 25 1,0-25 0,-25 24-1,-25 1 1,0 0-1,-24 0-15,24-25 0,-25 25 32,25-25-32,25-25 31</inkml:trace>
  <inkml:trace contextRef="#ctx0" brushRef="#br0" timeOffset="386957.1923">4837 13866 0,'0'-25'31,"0"50"16,0 0-31,0-1-16,-25-24 15,25 25-15,0 0 0,-25 25 16,0-26-1,25 1-15,-24 50 0,24 49 32,-25-50-32,50 1 31,24-1-15,-24-49-1,0-25-15,25 0 16,-26-25-16,1 25 0</inkml:trace>
  <inkml:trace contextRef="#ctx0" brushRef="#br0" timeOffset="387267.1744">5209 13990 0,'-25'0'0,"25"-25"32,0 50 15,0 0-47,0 24 15,-49 50 1,49-24-1,0-50-15,-25 24 16,25-24-16,0 0 16,49-25-1,-24 0 1</inkml:trace>
  <inkml:trace contextRef="#ctx0" brushRef="#br0" timeOffset="387507.1597">4986 14238 0,'0'0'0,"-25"0"0,0 0 0,25-25 16,25 25-1,25-25 1,24 0-1,25 1 1,-49-1 0,-25 25-16</inkml:trace>
  <inkml:trace contextRef="#ctx0" brushRef="#br0" timeOffset="387787.143">5432 13990 0,'0'0'15,"0"-25"-15,25 25 32,0 0-17,0 25 1,-1 49-1,-24-49-15,0 74 16,0-74-16,-24 0 0,-1 49 16,-25 1-1,-24-1 1,-1-24 0</inkml:trace>
  <inkml:trace contextRef="#ctx0" brushRef="#br0" timeOffset="388367.1089">5804 14287 0,'0'0'0,"-25"0"0,1 0 15,-1 0 17,25-24-32,49 24 15,-24 0-15,50 0 16,-50 0-1,-1-25-15,51 25 0,24 0 32,-49 0-32</inkml:trace>
  <inkml:trace contextRef="#ctx0" brushRef="#br0" timeOffset="388567.0979">5804 14560 0,'0'0'0,"-25"0"0,1 25 16,73-25-1,1 0 1,-25 0 0,124-25-16,-100 25 0,50-24 15,-49-1-15</inkml:trace>
  <inkml:trace contextRef="#ctx0" brushRef="#br0" timeOffset="390516.9852">7913 13742 0,'24'0'15,"1"-25"1,-50 25 46,1 0-46,-1-25 0,0 25-16,-25 0 15,-24 0 1,49 0 0,-99 25-16,99-25 0,-24 25 15,-26 24 1,-24-24-1,0 0 17,25-25-32,49 0 15,-50 25 1,51-25-16,-26 0 16,25 0-1,25 25 1,0-1-1,25-24 1,-25 25 0,25 0-1,0 0 1,-1-25 0,51 25-1,-50-25-15,74 24 16,-74-24-1,24 0-15,75 0 0,25 0 32,-50 0-32,-74 25 31,-25 0-15,-25 0-16,0 0 15,1-1-15,-1-24 0,-25 50 16,-24-25-1,-25 24 1,-25 1 0,49-25-1,50 0-15,-24 0 16,24-1 0,0-24-16,-24 50 0,-26 24 15,26-49 1,24 0-1,50-25 79,-1 0-94,1 0 16,0 0-16,0 0 15,0 0 1,-1 0-16,26 0 16,-25 0-16,49 0 15,1 0 1,49 25 0,0 24-1,24-24 1,-98-25-16,124 25 15,-125-25-15,125 0 32,24 25-32,-49-25 31,-74 0-15,-100 0 15,0 0 0,0 0 0,0 0-31</inkml:trace>
  <inkml:trace contextRef="#ctx0" brushRef="#br0" timeOffset="391486.8715">6846 15304 0,'0'-24'110,"25"24"-95,0-25-15,24 0 16,1 25-1,-25-25 17,0 50-32,-25 0 0,0 49 31,0-49-31,0 0 16,-25 49-16,0-49 31,0 0-16,25-50 32,25 0-47,49-49 16,-24-1 0,0 26-1,-1 24 1,-24 25-1,0-25-15,0 25 16,-25 25 0,24 0-16,-24 24 31,0 1-15,-24 25-16,24-51 0,0 26 31,0-25-31,0 0 15,24-25 1,26 0-16</inkml:trace>
  <inkml:trace contextRef="#ctx0" brushRef="#br0" timeOffset="391816.9052">7590 15304 0,'0'0'0,"-25"0"15,1 0 1,48 0 31,1 0-47,74 0 15,1-24 1,-26 24 0,-49-25-1</inkml:trace>
  <inkml:trace contextRef="#ctx0" brushRef="#br0" timeOffset="392006.8944">7541 15528 0,'0'0'0,"24"0"31,1 0-16,99 0 1,-25 0 0,-24-25-1</inkml:trace>
  <inkml:trace contextRef="#ctx0" brushRef="#br0" timeOffset="392866.8435">8285 15354 0,'0'0'0,"-25"0"16,0 0 15,50 0 32,0 0-63,0 0 15,-25 25-15,24-25 0,51 0 32,24 0-32</inkml:trace>
  <inkml:trace contextRef="#ctx0" brushRef="#br0" timeOffset="393606.8">8930 15354 0,'-25'0'0,"50"0"32,-1 0-32,1 0 15,0 0 1,50-25 0,-26 25-16,26-25 31,-26 1-16,-24-1 1,0 25 0,-25-50-1,-25 25 1,-25 25 0,26-24-1,-26 24 1,0 24-1,1 26 17,49 24-32,-25-24 31,-25 0-15,1-1-16,49-24 0,-50 0 31,25-25-31,0 0 15,-49 0 1,49-25 0,0-24-1,75 24 1,-50 0 0,50 25-16,-26-25 0,1 25 15,25 0 1,-1-25-1,1 25 1</inkml:trace>
  <inkml:trace contextRef="#ctx0" brushRef="#br0" timeOffset="395156.708">7268 13444 0,'25'25'46,"-1"-25"-30,1 0 0,0 0-16,25 0 0,49 0 31,-25-50-15,1-24-16,-75 49 0,24-24 31,-24 24-31,0 0 15,-24 0 1,-51 25 0,26 0-1,24 25 1,0-25 0,0 25-16,0-25 15,1 0-15,-1 25 16,-25-1-1,1 1 17,24 25-32,25-25 31,-25-25-31,0 49 16,25-24-16,-25-25 0,1 25 31,-1 0-16,0-25 1,0 0-16,0 0 16,1 0-1,-1 0 17,0 0-32,25-25 15,-25 25-15,25-25 31,0-25 48,0 26-79,-25 24 0,25-25 15,0 0 1,0 0 15,25 25-31,0 0 16,0 0-1,0 0-15,-1 0 16,1 0 0,0 0-16,0 0 0,-25-25 0,49 25 15,-24 0-15,0 0 16,0 25-1,0 25 17,-1 24-32,-24-49 15,25 74 1,-25-24-16,25-51 0</inkml:trace>
  <inkml:trace contextRef="#ctx0" brushRef="#br0" timeOffset="397416.5752">8954 14015 0,'-24'0'109,"-1"0"-93,0 0-1,0 0-15,0 0 16,1 0 0,24 49-16,-25-49 0,25 50 15,-25-50-15,25 25 16,0-1-1,50 26 17,-1-50-32,-24 0 31,25-25-15,-50 0-16,24-24 31,-24 24-16,0-25 1,-24 1 0,24 24-16,-25-49 15,0 49-15,0-50 16,0 51 0,25-1-1,25 25 16,0 0 1,25 0-32,-1 0 31,-24 0-15</inkml:trace>
  <inkml:trace contextRef="#ctx0" brushRef="#br0" timeOffset="398006.5396">9500 13618 0,'0'0'15,"25"0"-15,-25-25 16,-25 25 78,25 25-79,0 0-15,-25-1 16,1 51-1,-1-75-15,0 99 32,25-74-32,-25 24 0,25 26 31,0-1-15,50-24-16,-25-25 15,24-1 1,-24-24-16,0 0 0,49 0 15,-24 0 1,-1 0 0,-49-49-1</inkml:trace>
  <inkml:trace contextRef="#ctx0" brushRef="#br0" timeOffset="398616.5036">9847 13692 0,'0'0'0,"25"0"0,-25 25 110,0 0-95,-25-25-15,25 49 16,-24 51 0,-1-26-1,25-24 1,25-26 0,24 1-1,-24-25 1,49-25-1,-49 1 17,0 24-32</inkml:trace>
  <inkml:trace contextRef="#ctx0" brushRef="#br0" timeOffset="398816.492">9798 13891 0,'0'0'0,"-25"0"0,50 0 31,0-25-15,-1 25 0,1 0-16,25 0 15,-25-25 1</inkml:trace>
  <inkml:trace contextRef="#ctx0" brushRef="#br0" timeOffset="399136.476">10195 13915 0,'0'0'0,"25"0"46,-1 0-46,1 0 0,74 0 32,-24 0-32,-50 0 15,24-24 1</inkml:trace>
  <inkml:trace contextRef="#ctx0" brushRef="#br0" timeOffset="399916.4268">10716 13767 0,'24'0'47,"1"0"-47,-25 24 0,50 1 16,-25 0-1,-25 49 17,-25-24-32,0-25 31,0-25-15,25-25-1,0 0 1,50-49-1,-1 24 1,-24 25-16,25-24 16,-25 49-16,-25-25 15,24 25 1,-24 25 15,25-25-31,0 49 16,-25-24-1,25 25-15,-25-25 0,0-1 0,0 26 32,0 0-32,0-26 31,0 1-15,49-25-16</inkml:trace>
  <inkml:trace contextRef="#ctx0" brushRef="#br0" timeOffset="400326.327">11311 13692 0,'0'0'16,"-25"0"-16,50 0 46,0 0-30,0 0-16,49-25 16,-24 25-16,24-24 15,0 24 1,1 0 0,-26 0-1,-24 0 1</inkml:trace>
  <inkml:trace contextRef="#ctx0" brushRef="#br0" timeOffset="400606.3115">11534 13717 0,'0'0'0,"-25"0"16,50 25 46,-25 24-62,0-24 0,0 25 16,0-25-16,-25 49 16,25-49-16,0 0 15,0-1-15,25 26 16,0-25-1,0-25 1</inkml:trace>
  <inkml:trace contextRef="#ctx0" brushRef="#br0" timeOffset="401146.279">11956 14015 0,'0'0'0,"-25"0"15,0 0 17,0 0-1,1 0-31,24 24 16,-50 1-16,50 0 15,-25 0 1,0 0-16,25-1 0,0 1 15,25 0 1,50 25 0,-1-26-1,-24-24 1,-50 25-16,0 0 16,-75 0-1,1 0 1,24 0-1,-24-1 17,24-24-32,25 0 15,1-49 1,24 24-16</inkml:trace>
  <inkml:trace contextRef="#ctx0" brushRef="#br0" timeOffset="401836.3137">12303 13667 0,'-25'0'16,"25"25"-16,25-25 62,-25 25-46,25-25 0,-25 25-16,25 0 15,0 49 1,-25 50 0,-25 25-1,-74 0 1,74-100-1,-124 51-15</inkml:trace>
  <inkml:trace contextRef="#ctx0" brushRef="#br0" timeOffset="427534.7994">13221 13816 0,'0'0'0,"0"25"93,0 0-93,0 0 0,-25-25 32,25 24-32,25 1 31,74-25-16,-74 0-15,49-25 16,-49 1-16,25 24 0,24-50 16,25 25-1,-74 25 1,-25 50-16</inkml:trace>
  <inkml:trace contextRef="#ctx0" brushRef="#br0" timeOffset="427934.7716">13171 14263 0,'-25'0'31,"25"24"-31,0 1 32,25-25-17,99 0 17,25-49-32,-50-1 31</inkml:trace>
  <inkml:trace contextRef="#ctx0" brushRef="#br0" timeOffset="452005.515">15677 13965 0,'0'0'0,"-25"25"0,0-25 32,25 25-32,25-50 31,0 0-15,-25 0 93,-25 25 78,0 0-187,25 25 16,-25-25-16,25 25 94,0 0-79,0-1 1,0 1 0,25-25 15,0 0-31,0 0 16,24 0-1,1 0 1,-25-25-1,-1 25 17,-24-24 15,-24 24-47,24-25 15,0 0 1,0 0-1,0 0-15,0 1 16,0-1-16,0 0 31,-25 25-15,25-25-16,-25 0 16,25 1-1,-25-1 1,25-25-1,-25 50 17,25-25-32,50 25 31,-50-24-15,50-26-16,-1 25 31,1 25-16,-25 0 1,-25 25 0,0 0-1</inkml:trace>
  <inkml:trace contextRef="#ctx0" brushRef="#br0" timeOffset="452685.55">16495 13444 0,'-25'0'16,"25"-25"-1,-24 25 16,24 25-15,-25 0 0,0-25-16,25 25 15,-25-25-15,25 25 16,-25 24 0,0 50-1,1 25 1,24-24-1,0-76-15,0 51 32,0-50-32,24-1 0,-24 1 15,50 0 17,0-25-32</inkml:trace>
  <inkml:trace contextRef="#ctx0" brushRef="#br0" timeOffset="453215.5185">16818 13519 0,'0'-25'31,"0"50"-15,0-1 15,0 1-31,0 0 16,0 0-16,0 24 15,-25 1-15,25-25 0,-25 24 32,25-24-32,-50 74 0,50-74 15,0 50-15,25-26 32,25-24-32,24-25 31,-24-50-16,-25 50-15,-1-24 0</inkml:trace>
  <inkml:trace contextRef="#ctx0" brushRef="#br0" timeOffset="453505.426">16644 13866 0,'0'0'0,"-25"0"0,0 0 0,50 0 47,0-25-31,99 0-1,-25 0 1,-24 25 0,-51-24-16</inkml:trace>
  <inkml:trace contextRef="#ctx0" brushRef="#br0" timeOffset="454065.4689">17239 13841 0,'-25'0'16,"25"-25"15,25 25-31,0 0 15,0 0 1,0-25-16,24 25 16,-24 0-16,49 0 15,-49 0-15,0 0 0,25 0 16,49-24 0,-49 24-1,-1-25 1</inkml:trace>
  <inkml:trace contextRef="#ctx0" brushRef="#br0" timeOffset="454485.4466">17562 13667 0,'-25'0'0,"0"0"16,25 25 62,-25 0-62,25 0-1,0 0-15,-25-1 32,25 26-32,0 49 31,0-24-16,0-1 1</inkml:trace>
  <inkml:trace contextRef="#ctx0" brushRef="#br0" timeOffset="455435.3871">18008 13643 0,'0'-25'0,"-25"25"0,25-25 78,25 25-62,-25-25-16,25 25 16,0 0-1,0-25-15,-1 25 16,1 0-16,0 0 16,25 25-1,-50 0 1,0 49-1,0-49-15,-25 25 32,0-25-32,0 24 0,-24 1 15,-1-25 17,50-1-32,25-48 31,0 24-16,-25-25-15,74 25 16,-49 0-16,24 0 16,1 0-1,-25 0 1,0 49 0,-25-24-16,0 0 15,0 0-15,-25-25 0,0 49 16,-25 1-1,-49 0 17,25-26-32,-1 1 15,51-25-15,-1 0 32,0-49-32,0 24 0,25-25 31</inkml:trace>
  <inkml:trace contextRef="#ctx0" brushRef="#br0" timeOffset="455935.3575">18628 13568 0,'0'0'16,"-24"-25"-1,24 1-15,0 48 47,24-24-31,51 25-1,49-50 17,0 25-32,-50-24 15,-49 24-15,0 0 32,0 0-32</inkml:trace>
  <inkml:trace contextRef="#ctx0" brushRef="#br0" timeOffset="456235.3415">18827 13568 0,'0'0'0,"-25"0"15,25 25 48,0 25-63,-25-26 15,25 26-15,-25 24 32,25 1-32,25-1 31,-25-24-16,25-50-15,0 25 16</inkml:trace>
  <inkml:trace contextRef="#ctx0" brushRef="#br0" timeOffset="456735.3145">19224 13891 0,'0'0'0,"-25"0"0,0 0 47,0 24-31,0 1-1,1 0 1,24 0 0,0 24-1,49-24 1,1 0-1,-25 0 17,-1-25-32,-24 25 0,0-1 15,0 1-15,-49 25 32,-1-1-32,-24-49 31,49 0-31,-25 0 15,26-24-15,-1-1 16,25 0-16</inkml:trace>
  <inkml:trace contextRef="#ctx0" brushRef="#br0" timeOffset="457185.284">19546 13419 0,'0'0'0,"-25"0"0,0 0 15,25 25 1,0 25 0,25-25-1,25-1 1,0 51-1,-50-50-15,24 49 32,-24-49-32,0 0 0,25 49 0,-25 25 15,-99 25 17,-75 0-32,125-99 0</inkml:trace>
  <inkml:trace contextRef="#ctx0" brushRef="#br0" timeOffset="469444.5076">20092 13891 0,'25'0'203,"-1"0"-187,1 0-16,0 0 16,0 0-16,24-25 0,75-25 15,-24 25 17,-76 25-32,26 0 0,-25 0 15</inkml:trace>
  <inkml:trace contextRef="#ctx0" brushRef="#br0" timeOffset="469904.4616">20340 13643 0,'0'0'0,"0"24"78,-25 1-47,25 0-31,0 0 0,-25 24 16,25-24-16,0 50 15,0-51 1,0 26 0,0 24-16,0-24 15,25-50 1</inkml:trace>
  <inkml:trace contextRef="#ctx0" brushRef="#br0" timeOffset="472254.3219">21406 13866 0,'0'-25'31,"-24"25"157,24 25-188,-25-25 16,0 0-1,0 25 1,-24-1-1,-26 26 1,26-25 0,24 24-1,25 1 17,25-25-32,49 0 31,0-25-16,-24-25 1,0-25 0,-26 25-1,1 25-15,-25-49 16,0 24-16,0 0 16,-49-49-1,24 24 1,0 1-1,25-1 1,-25 0 0,25 1-1,0-26 17,50 26-32,-1 24 31,-24 25-16,0 0 1,25 0 0,-26 0-16</inkml:trace>
  <inkml:trace contextRef="#ctx0" brushRef="#br0" timeOffset="472734.3654">21977 13395 0,'0'0'0,"0"-25"16,25 25-1,-25 25 48,-25-1-48,25 1-15,-25 0 0,25 25 16,-25-26-16,25 51 16,-24-50-16,24-1 15,0 51-15,0 24 32,24-25-32,26-24 31,0-50-16,-26 0-15,26 0 16,-25-25-16,0 25 0,-1-25 16</inkml:trace>
  <inkml:trace contextRef="#ctx0" brushRef="#br0" timeOffset="473184.3386">22423 13494 0,'0'0'0,"0"-25"16,25 0-16,-25 0 31,0 50 31,0 0-46,0 0-16,-25 24 16,1 51-1,24-1 1,0-25-1,0-24 1,0-25-16,24-25 16,26 0-1,24-50 17,1 25-32,-75 0 15</inkml:trace>
  <inkml:trace contextRef="#ctx0" brushRef="#br0" timeOffset="473414.3248">22349 13618 0,'0'0'0,"-25"0"0,0 25 0,-24-1 16,24-24-1,50 0 1,24 0 0,26-24-1,24 24 17,-74-25-32,49 25 0</inkml:trace>
  <inkml:trace contextRef="#ctx0" brushRef="#br0" timeOffset="473834.3004">22870 13742 0,'0'0'0,"25"0"78,0 0-78,-1 0 15,76-25 1,-1 0 0,0 25-1,-74-25 1,0 25-1</inkml:trace>
  <inkml:trace contextRef="#ctx0" brushRef="#br0" timeOffset="474124.2108">23068 13593 0,'0'0'0,"0"-25"16,-24 25-16,24-25 16,0 1-1,-25 48 1,25 26 0,0 49-1,0 0 1,0-24-1,25-1 1,-25-49-16,24 0 16,-24 0-1</inkml:trace>
  <inkml:trace contextRef="#ctx0" brushRef="#br0" timeOffset="474934.1964">23341 13469 0,'0'-25'62,"25"25"-62,0-25 16,0 25 0,-25 25-16,49 25 15,1 24 17,-25 1-32,-25-1 31,-25 0-16,0-49-15,0 0 16,0-25-16,1 0 0,-1 0 16,-25 0-1,50-25 1,0 0 15,25 25 0,0 25-31,49 50 16,1-26 0,-1 1-1,0-25 17,-24-25-32,-25 0 0,0-25 15</inkml:trace>
  <inkml:trace contextRef="#ctx0" brushRef="#br0" timeOffset="475214.1623">23937 13618 0,'0'0'0,"-25"0"16,25-25-1,0 0 1,0 0-16,25 25 16,-1 0-16,51 0 15,-50 0-15,24 0 32,75 0-32,-25 0 31,-49 0-16</inkml:trace>
  <inkml:trace contextRef="#ctx0" brushRef="#br0" timeOffset="475464.2063">24135 13593 0,'-25'0'15,"25"25"17,0 0-17,0-1-15,0 51 32,0-26-32,0 26 0,-25-50 0,25-1 15,0 26 1,-24 0-1,24-26 1</inkml:trace>
  <inkml:trace contextRef="#ctx0" brushRef="#br0" timeOffset="475834.1109">24532 13891 0,'-25'0'16,"0"0"-1,0 0-15,1 24 32,24 1-32,-50 0 31,50 25-16,25-26 1,24 26 0,-24-25-1,-25 24 1,-49-24 0,-26-25-1,50 0-15,-24 0 16,24-25-1,25 1-15</inkml:trace>
  <inkml:trace contextRef="#ctx0" brushRef="#br0" timeOffset="476214.0847">24730 13543 0,'0'0'0,"0"-24"16,25 24-16,0 0 15,0 24 1,-1 26 0,-24-25-16,25 74 15,-25-74-15,25 49 32,-25 25-32,0 1 31,-74-26-16,24-49 1</inkml:trace>
  <inkml:trace contextRef="#ctx0" brushRef="#br0" timeOffset="477364.0926">25648 13791 0,'-25'0'15,"0"0"1,1 0 0,48 0 77,1 0-77,0 0-16,74 0 16,0-24-1,-49-1-15,25 0 16,-51 25-16,1 0 15,50-25-15,-1 25 16</inkml:trace>
  <inkml:trace contextRef="#ctx0" brushRef="#br0" timeOffset="477734.0133">25871 13568 0,'0'0'0,"0"-25"31,-25 25-15,25 25 0,0 25-1,0 24 17,0 25-32,0 1 31,25-26-16,0-24 1,-25-26-16</inkml:trace>
  <inkml:trace contextRef="#ctx0" brushRef="#br0" timeOffset="478633.9417">26963 13643 0,'24'0'0,"-48"-25"47,-1 25-31,0 0-16,0 0 15,-24 0 1,24 25-16,-25-1 16,50 1-16,-49 25 15,24 24 1,25-24 0,25 24-1,-1-74-15,26 25 16,-25-25-16,0 0 15,24 0-15,26 0 16,-26-25 0,-24 0-1,0-24 17,-25 24-32,0 0 0,-25-24 31,25 24-31,-25-25 15,0-49 1,1 25 0,-1-1-1,0 50-15,25-24 16,-25 49-16,25-25 0,0 0 16,25-24-1,0 24 1,0 0-1,24 25 1,1 0 0,-25 0-1</inkml:trace>
  <inkml:trace contextRef="#ctx0" brushRef="#br0" timeOffset="479183.9842">27732 13320 0,'0'0'0,"0"-25"0,0 1 32,-25 24 46,25 24-78,0 1 15,-25 0-15,25 25 16,-25-50-16,0 99 16,25-74-16,0 74 15,0 0 1,0 25-1,0-50 1,50-24 0,-50-25-16,50-25 15,-26 25-15,26-25 32,24-25-32,-49-25 15</inkml:trace>
  <inkml:trace contextRef="#ctx0" brushRef="#br0" timeOffset="479603.8845">28253 13419 0,'0'0'0,"0"-24"0,0-1 32,0 50-1,0-1-16,0 51 1,0-1 0,0 50-1,0-99-15,0 25 16,0-26-16,0 1 0,24 0 16,51 25-1,-26-50 1,1 0-1,-25 0 1</inkml:trace>
  <inkml:trace contextRef="#ctx0" brushRef="#br0" timeOffset="479813.874">28277 13692 0,'0'0'0,"0"-25"16,-24 25-16,-1 0 16,50 0 15,-1 0-15,76 0-1,-76-24-15,51-1 16,-50 25-16</inkml:trace>
  <inkml:trace contextRef="#ctx0" brushRef="#br0" timeOffset="480053.8583">28600 13667 0,'0'0'0,"-25"0"15,50 0 16,24 0-15,1-24 0,24 24-1,1-25 1,-26 0 0,-24 0-16</inkml:trace>
  <inkml:trace contextRef="#ctx0" brushRef="#br0" timeOffset="480383.9147">28773 13444 0,'0'25'47,"-24"-25"-31,24 25-16,-25 24 16,25 1-1,0 24 1,0-49-16,25 25 15,-25-1-15,24-24 16,-24 0 0,0 0-1</inkml:trace>
  <inkml:trace contextRef="#ctx0" brushRef="#br0" timeOffset="480903.8076">29146 13320 0,'24'0'78,"26"0"-78,0 0 16,-26 0-16,51-25 15,-26 25-15,51 0 16,-76 0-16,26 0 16,24-24-1</inkml:trace>
  <inkml:trace contextRef="#ctx0" brushRef="#br0" timeOffset="481163.8676">29418 13320 0,'0'0'0,"-24"0"0,-1 0 15,0 0 1,25 25 0,0 0-16,0 24 15,25-49-15,-25 75 16,25-1-1,-25 25 1,0-24 0,0-50-16,0 24 15,24-24-15,1-25 32</inkml:trace>
  <inkml:trace contextRef="#ctx0" brushRef="#br0" timeOffset="481573.7725">29840 13667 0,'-25'0'16,"0"25"-16,1 0 16,-1-25-1,0 50-15,25-26 32,0 26-32,0 0 31,25-1-16,0-24-15,-1 0 32,-24 0-17,-24-25-15,-26 24 16,25-24-16,0 0 0,-24 0 16,-1 0-16,-24 0 15,49-24-15,0 24 31</inkml:trace>
  <inkml:trace contextRef="#ctx0" brushRef="#br0" timeOffset="481983.8192">30113 13221 0,'0'0'0,"25"0"31,-1 25-31,1 0 16,25 74-1,0 0 17,-1 25-32,-49-99 0,0 74 31,-49-25-31,-51 1 15,-49 24-15,75-74 16</inkml:trace>
  <inkml:trace contextRef="#ctx0" brushRef="#br0" timeOffset="482753.6983">30659 13593 0,'0'25'15,"-25"-25"-15,0 0 16,0 0-1,0 0 1,1 0 0,48 0-1,26-25 17,24 25-32,1 0 31,-1 0-16,1 25-15,-51-25 32,1 0-32,0 0 15,-25-25-15</inkml:trace>
  <inkml:trace contextRef="#ctx0" brushRef="#br0" timeOffset="483153.6751">30807 13469 0,'0'0'0,"0"-25"0,0 0 16,0 50 47,0 0-48,0 0-15,0 49 16,0 25-1,0 1 1,25-1 0,0-74-16,-25 24 15,25-49-15,-25 25 16</inkml:trace>
  <inkml:trace contextRef="#ctx0" brushRef="#br0" timeOffset="484183.6899">31328 13643 0,'0'-25'31,"-24"25"-31,-1 0 78,0 0-62,0 0-1,25 25 1,-25-1-16,0 1 15,25 0-15,0 0 16,-24 49 0,24-49-1,24 0 17,51 0-32,-25-25 31,-26 0-31,1-25 15,-25 0-15,0 0 0,-25-49 32,1-1-17,24 1 1,0 49-16,-25-49 16,25 49-16,0 0 0,-25-49 15,25-25 1,0 24-1,0 25 1,25 50 0,24 0-1,-24 0-15,0 0 32,0 25-32,24-25 0,1 25 31</inkml:trace>
  <inkml:trace contextRef="#ctx0" brushRef="#br0" timeOffset="484663.6264">31800 13146 0,'0'25'62,"-25"-25"-62,25 25 16,-50 0-1,50 0-15,0 24 16,0-24-16,0 0 0,0 25 16,-25-26-16,1 76 15,24-76-15,0 51 16,0 24-1,49-25 1,-24-74-16,25 25 16,-26-25-16,1 0 15,25 0-15,-1-25 32,-24-24-32</inkml:trace>
  <inkml:trace contextRef="#ctx0" brushRef="#br0" timeOffset="485083.6358">32246 13320 0,'0'0'0,"0"-25"0,0 1 16,-25 24 15,0 0-15,1 0-1,-1 24 1,25 1-1,-25 74-15,25 25 32,0-24-17,25-1 1,0-99-16,-25 49 16,24-49-16,1 0 15,0 0 1,-25-49-1</inkml:trace>
  <inkml:trace contextRef="#ctx0" brushRef="#br0" timeOffset="485353.5453">32097 13593 0,'50'0'31,"-25"0"-15,-1 0-1,1 0-15,25 0 16,24-25-1,-49 0 1</inkml:trace>
  <inkml:trace contextRef="#ctx0" brushRef="#br0" timeOffset="485563.6073">32494 13345 0,'0'-25'0,"25"50"32,-25 25-17,0-26-15,25 76 16,-25-51-16,0-24 0,-25 49 16,-25-24-16,-74 49 15,100-74-15,-51 25 16</inkml:trace>
  <inkml:trace contextRef="#ctx0" brushRef="#br0" timeOffset="486953.4505">18529 15329 0,'-25'0'47,"0"0"-31,1 0 0,48 0 30,1 0-30,0 0-16,25 0 16,49-25-1,0 25 17,25 0-32,-99 0 0,49-24 31,-49 24-31,0 0 0,0 0 15</inkml:trace>
  <inkml:trace contextRef="#ctx0" brushRef="#br0" timeOffset="487303.4323">18901 15106 0,'0'0'0,"-25"0"47,25 25-32,0 0-15,0-1 16,0 1 0,0 0-16,0 49 15,0-49-15,0 25 16,0 49 0,0 0-1</inkml:trace>
  <inkml:trace contextRef="#ctx0" brushRef="#br0" timeOffset="488303.3787">19769 15280 0,'25'0'0,"0"0"15,-25-25-15,-25 25 125,0 0-125,1 0 16,-1 0 0,0 0 15,0 0-15,0 0-16,1 25 31,-1-25-31,0 49 15,25-24-15,-25 25 0,25-1 32,25 1-17,0-25 1,0-25-16,-1 0 16,1 0-16,0 0 15,49-25 1,-49 0-1,-25-24 1,0-26 0,0 50-16,-25-24 15,25 24-15,0 0 0,-24-49 32,-26-1-32,25 26 31,25 24-16,25-25-15,0 25 32,0 25-32,24 0 15,-24 0-15,0-24 16,24 24 0,-24 24-1</inkml:trace>
  <inkml:trace contextRef="#ctx0" brushRef="#br0" timeOffset="488953.3401">20340 14858 0,'0'25'63,"0"0"-47,0-1-1,0 1-15,-25-25 0,0 99 16,25-74-16,-25 50 15,25-26-15,0-24 0,0 49 16,0 51 0,50-51-1,-25-24 17,49-50-32,-24 0 31,-25 0-31,-1 0 0</inkml:trace>
  <inkml:trace contextRef="#ctx0" brushRef="#br0" timeOffset="489303.321">20737 14957 0,'0'0'0,"0"-25"16,-25 25 15,25 25 1,0 25-32,-25 49 31,25 25-16,-25-25-15,25-74 0,0 25 32,25-25-32,-25-1 0,25-24 15,49 25 1,1-25 0,-50-49-1</inkml:trace>
  <inkml:trace contextRef="#ctx0" brushRef="#br0" timeOffset="489503.3022">20687 15205 0,'0'0'0,"-25"0"0,0 0 16,1 0-16,73 0 31,-24 0-16,74-25-15,-24 1 32,-26 24-32</inkml:trace>
  <inkml:trace contextRef="#ctx0" brushRef="#br0" timeOffset="489803.2855">21258 15230 0,'-25'0'16,"74"0"31,-24 0-47,0 0 0,0 0 15,74 0 1,-25 0 0,-24-25-1</inkml:trace>
  <inkml:trace contextRef="#ctx0" brushRef="#br0" timeOffset="490253.2649">21903 15007 0,'0'0'0,"-25"0"31,50 0 1,-1 0-17,26 0-15,-25 0 0,49 0 32,-49 0-32,74 0 0,-24 0 31,-1 0-16,-24-25-15,-50 0 32</inkml:trace>
  <inkml:trace contextRef="#ctx0" brushRef="#br0" timeOffset="490483.3215">22225 14982 0,'0'25'0,"-25"-25"15,25 25-15,-25-1 16,25 26 0,0 0-1,0-1 17,0 26-32,0-51 0,0 51 31,-24-75-31,24 25 0,0 24 15,-25 1-15</inkml:trace>
  <inkml:trace contextRef="#ctx0" brushRef="#br0" timeOffset="490883.2944">22498 15354 0,'0'0'0,"0"-25"0,25 25 32,-75 0-32,-49 50 31,49 24-16,50-24-15,25-25 32,0-25-32,24 49 15,-49-24 1,25-25-16,-25 25 16,0 0-1,-74 0 1,74-1-16,-75-24 15,51 0-15,-1 0 0,-25 0 16,25-24 0</inkml:trace>
  <inkml:trace contextRef="#ctx0" brushRef="#br0" timeOffset="491253.1961">22771 15106 0,'0'25'31,"25"-25"-31,-1 25 16,-24-1 0,75 76-16,-75 24 31,-25 0-16,-49-25-15,49-74 0,-25 24 32,25-49-32,0 0 0</inkml:trace>
  <inkml:trace contextRef="#ctx0" brushRef="#br0" timeOffset="491833.2369">23589 15329 0,'-25'0'0,"1"0"16,48 0 46,1 0-46,25 0 0,-25 0-16,-1 0 0,76 0 15,24-25 1,-25 25 0,-49-24-1,-26 24 1</inkml:trace>
  <inkml:trace contextRef="#ctx0" brushRef="#br0" timeOffset="492133.2217">23788 15180 0,'0'0'0,"-25"0"47,25 25-31,0 0-1,0 0-15,0 74 16,0 25-1,0 0 1,25-49 0,-1-51-1</inkml:trace>
  <inkml:trace contextRef="#ctx0" brushRef="#br0" timeOffset="492903.0989">24457 15304 0,'-24'0'16,"24"-24"-16,-25 24 15,0 0 32,25 24-31,-50 1-1,26 50 1,24-26 0,0 1-1,24-50-15,-24 50 16,25-50-16,0 0 15,0 24 1,0-24 0,-1 0-1,-24-49 17,25-1-32,0-24 31,-25 49-16,0-25-15,-25 50 0,0-49 32,1 24-32,24-25 15,-75-24 1,50-1 0,1 26-1,24-1 1,0 25-1,24 25 1,1 0-16,50 0 16,-51 0-1,26 0-15,-25 0 0</inkml:trace>
  <inkml:trace contextRef="#ctx0" brushRef="#br0" timeOffset="493453.0662">24978 14883 0,'0'0'0,"0"25"0,-24-25 0,-1 0 31,25 24 0,-25 1-31,0 25 16,0 74 0,25 0-1,0-25 17,25 0-32,50-24 31,-75-50-31,24-25 15</inkml:trace>
  <inkml:trace contextRef="#ctx0" brushRef="#br0" timeOffset="493783.1218">25326 14908 0,'0'24'31,"0"1"-15,0 0 0,-25 49-16,0 50 31,25 0-16,0-24-15,25-51 32,-25-24-32,49-25 15,1 0-15,0-25 16,-26 1-16</inkml:trace>
  <inkml:trace contextRef="#ctx0" brushRef="#br0" timeOffset="493983.1105">25326 15230 0,'0'0'0,"-25"0"16,0 0 0,25-25-1,25 25 1,49-25-1,-49 25-15,74-49 0,-74 49 16,0 0-16</inkml:trace>
  <inkml:trace contextRef="#ctx0" brushRef="#br0" timeOffset="494313.0917">25846 15180 0,'-24'0'16,"24"25"-16,-25-25 0,50 0 47,-1 0-32,51 0 1,24-25 0,0 1-1,-74 24-15</inkml:trace>
  <inkml:trace contextRef="#ctx0" brushRef="#br0" timeOffset="495113.0461">26293 14883 0,'0'0'15,"-25"0"-15,25-25 16,25 25 0,49 0-1,-24 25 1,24 24-1,-74-24-15,0 50 16,0-26-16,-24 26 16,-26-26-1,-49 1 17,49-25-32,25-1 31,50-48-16,0-1-15,0-25 32,24 50-17,-24 25 1,0 25 0,0-50-16,0 74 15,-25-24-15,24-25 16,26-1-1,0-24 1,-26-49-16</inkml:trace>
  <inkml:trace contextRef="#ctx0" brushRef="#br0" timeOffset="495363.0288">26814 14932 0,'0'0'0,"-25"0"16,0 0-16,0 0 15,25-24 1,50 24 0,74-25-1,-25 0 1,25 0-1,-99 25-15,50-25 16,-51 25-16,-24-24 16</inkml:trace>
  <inkml:trace contextRef="#ctx0" brushRef="#br0" timeOffset="495613.0165">27012 14883 0,'0'0'0,"0"25"0,-25-25 0,25 24 31,0 1-15,0 50 0,0-51-16,0 51 15,0-50-15,0-1 0,-24 26 16,-1 24-1,25-24 1</inkml:trace>
  <inkml:trace contextRef="#ctx0" brushRef="#br0" timeOffset="496232.9775">27285 15230 0,'25'0'32,"-25"-25"-32,-25 25 125,0 0-110,25 25-15,-24-25 0,24 25 16,-25-25-16,25 25 15,-25 24 1,75-24 0,-50 25-1,24-1 17,-73 26-32,-1-50 31,-24-25-16,24 0-15,50-25 0,0 0 32</inkml:trace>
  <inkml:trace contextRef="#ctx0" brushRef="#br0" timeOffset="496552.8832">27682 14858 0,'-25'0'0,"25"25"0,0 0 15,50 24 17,-25 50-17,-25 25 1,-50 0 0,25-99-16,-49 50 15,24-75-15,25 25 0</inkml:trace>
  <inkml:trace contextRef="#ctx0" brushRef="#br0" timeOffset="497382.8371">28352 15156 0,'-25'0'0,"50"0"63,0 0-32,-1 0-31,26 0 16,-25 0-16,49 0 15,-49 0-15,0 0 0,24 0 16,-24 0-16,74 0 16,-74 0-1,0 0-15</inkml:trace>
  <inkml:trace contextRef="#ctx0" brushRef="#br0" timeOffset="497732.8917">28501 14982 0,'0'0'16,"-25"0"-16,25-25 15,-25 25 1,25 25 0,0 25-1,0-1 17,0-24-32,25 49 0,-25-49 15,0 50 1,25-1-1,-25-24-15,0-25 16</inkml:trace>
  <inkml:trace contextRef="#ctx0" brushRef="#br0" timeOffset="498582.8383">29344 15106 0,'-25'0'0,"0"0"16,1 0 0,-1 0-1,0 0 1,0 0-1,0 0-15,-24 25 32,49 0-32,-25-25 15,25 24-15,0 1 0,0 0 16,-25 25 0,25-1-1,50-24 1,49 0-1,-49-25 1,-26 0-16,1 0 16,-25-25-1,0 0-15,0-24 32,0-26-32,-49 1 31,49 49-31,-25-25 15,25 26-15,0-1 0,-25-25 0,25-24 32,0-25-17,25 74 1,-25 0-16,25 25 16,-1 0-16,1 0 15,0 0-15,25 50 16,-26-50-16,1 24 0</inkml:trace>
  <inkml:trace contextRef="#ctx0" brushRef="#br0" timeOffset="499252.7346">29840 14684 0,'0'0'0,"-25"0"0,25-24 16,-25 24-1,25-25 1,-24 50 15,24-1-31,-25 26 16,0 24-1,0-49-15,25 74 32,-25-49-32,25-25 0,0 74 0,25 0 31,25-24-16,24-26-15,1-49 32,-51 0-32,1-25 0</inkml:trace>
  <inkml:trace contextRef="#ctx0" brushRef="#br0" timeOffset="499562.7796">29989 14833 0,'0'0'0,"0"-25"0,-25 1 15,25 48 16,0 1-15,0 50 0,0 24-1,0 0 1,0-25 0,25-24-1,24-50 1</inkml:trace>
  <inkml:trace contextRef="#ctx0" brushRef="#br0" timeOffset="499762.7685">30014 15007 0,'0'0'0,"-25"0"15,25-25-15,49 25 32,-24 0-17,0 0-15,49 0 16</inkml:trace>
  <inkml:trace contextRef="#ctx0" brushRef="#br0" timeOffset="500102.6752">30411 15106 0,'24'0'47,"26"0"-31,-25 0-16,49-25 15,1 0 1</inkml:trace>
  <inkml:trace contextRef="#ctx0" brushRef="#br0" timeOffset="500682.7142">30956 14808 0,'0'0'0,"-25"0"0,1 0 16,24-24-16,24 24 31,1 0-15,50 24-1,-1 1 17,-49 0-32,-50 25 31,25-26-31,-50 26 15,26-25-15,-1 24 0,0-24 32,25 0-17,25-25 1,0 25 0,-25 0-16,24 24 15,-24-24-15,0 25 16,-24-26-1,-26 1 1,-24 0 0,-1-25-1,50 0-15,1-25 32,-1 25-32,25-25 0</inkml:trace>
  <inkml:trace contextRef="#ctx0" brushRef="#br0" timeOffset="500982.6578">31428 14833 0,'0'0'0,"-25"0"0,25-25 32,0 1-32,74 24 31,-49 0-31,49 0 15,-49 0-15,0 0 0,49 0 0,-49 0 16</inkml:trace>
  <inkml:trace contextRef="#ctx0" brushRef="#br0" timeOffset="501232.6826">31552 14833 0,'-25'25'0,"0"0"31,25 0-31,-25-1 32,25 1-32,0 50 0,0-51 15,0 1 1,0 50-1,-25-26-15,1 1 32</inkml:trace>
  <inkml:trace contextRef="#ctx0" brushRef="#br0" timeOffset="501652.6041">31775 15180 0,'-25'25'0,"0"-25"15,0 0 1,1 0-1,-1 0-15,0 25 0,25 0 16,-25 0 0,25-1-1,0 1 1,25 0 0,-25 0-16,25 0 15,-25 0-15,0-1 16,-25-24-1,-25 25 1,-49-25 0,74 0-1</inkml:trace>
  <inkml:trace contextRef="#ctx0" brushRef="#br0" timeOffset="502032.6348">31899 14684 0,'25'0'31,"-1"0"-31,1 50 16,0-50 0,0 74-16,0 26 31,-25-76-31,0 51 15,0-50-15,0-1 0,-25 51 0,-50 24 32,1-49-17,49-1 1,0-49-16</inkml:trace>
  <inkml:trace contextRef="#ctx0" brushRef="#br0" timeOffset="502382.6142">32246 15106 0,'0'0'16,"-25"0"-16,25-25 15,25 25 1,50 0-1,-51 0-15,51 25 16,-50 0-16,-1-25 0,26 0 16,49 0-1</inkml:trace>
  <inkml:trace contextRef="#ctx0" brushRef="#br0" timeOffset="502682.5962">32469 15007 0,'0'-25'0,"-24"25"31,24 25-15,-25 0-16,25-1 15,-25 26 1,-25 0 0,-24 24-1,49 0 17,0-49-32,25 25 0,0-25 15</inkml:trace>
  <inkml:trace contextRef="#ctx0" brushRef="#br0" timeOffset="503002.5243">32767 15429 0,'0'0'0,"0"-25"46,25 0-46,0 0 32,-1 25-32</inkml:trace>
  <inkml:trace contextRef="#ctx0" brushRef="#br0" timeOffset="503412.4797">33511 15304 0,'25'0'16,"0"0"-1,0 0-15,-1 0 32,26 0-32</inkml:trace>
  <inkml:trace contextRef="#ctx0" brushRef="#br0" timeOffset="504032.517">33139 15329 0,'-25'0'32,"50"0"-1,0 0-15</inkml:trace>
  <inkml:trace contextRef="#ctx0" brushRef="#br0" timeOffset="504202.4316">33362 15304 0,'-25'0'16,"50"25"15,25-25-15</inkml:trace>
  <inkml:trace contextRef="#ctx0" brushRef="#br0" timeOffset="504482.4147">33809 15354 0,'0'-25'15,"0"0"1,25 25-16,-25-24 16</inkml:trace>
  <inkml:trace contextRef="#ctx0" brushRef="#br0" timeOffset="506452.3427">15156 13767 0,'-25'0'47,"0"0"15,0 0-31,50 0 1,0 0-17,24 0-15,51-50 32,-26 50-32,-24 0 15</inkml:trace>
  <inkml:trace contextRef="#ctx0" brushRef="#br0" timeOffset="506812.3523">15180 13643 0,'0'0'15,"-24"0"48,24 24-16,0 1-47,0 0 15,0 49 1,0 26 0,0-26-1,0 0 1</inkml:trace>
  <inkml:trace contextRef="#ctx0" brushRef="#br0" timeOffset="507262.3287">14784 13990 0,'-25'0'15,"0"0"-15,0 0 16,0 0-1,1 0-15,-1 0 32,0 0-17,-25 0 1</inkml:trace>
  <inkml:trace contextRef="#ctx0" brushRef="#br0" timeOffset="507452.2952">14461 13990 0,'0'0'0,"-25"0"0,1 0 16,-1 0 0,0-25-16,0 0 15,0 25-15,0-25 16</inkml:trace>
  <inkml:trace contextRef="#ctx0" brushRef="#br0" timeOffset="507602.2726">14213 13990 0,'0'0'15,"-25"25"-15,0-25 0,1 0 0,-26 0 16,50 24-16,-74-24 15</inkml:trace>
  <inkml:trace contextRef="#ctx0" brushRef="#br0" timeOffset="507742.2265">13965 14064 0,'0'0'0,"-25"0"31,0 0 1,25 25-32</inkml:trace>
  <inkml:trace contextRef="#ctx0" brushRef="#br0" timeOffset="508882.1546">13667 13469 0,'25'0'62,"0"0"-46,25 0-16,-26-25 16,1 0-1,25-24 17,-50-26-32,0 26 15,-25 24 16,0 25-31,25-25 0,0 50 32,-49 25-1,24-1-15,-25 26-1,25-75-15,1 49 16,-1-24-16,0 0 15,0 24 1,-24 1 0,-1-25-1,-24 0 17,24-1-32,-24-24 15,49-24 16,0-51-31,25 26 32,25 24-17,0 25-15,-25-25 16,24 25-16,1 0 16,0 0-1,25 0 1,-1 25-1,26 0 1,-51-25-16,51 0 16,-26 0-1,26 0-15</inkml:trace>
  <inkml:trace contextRef="#ctx0" brushRef="#br0" timeOffset="546000.0424">17587 9302 0,'0'0'0,"-25"0"0,0 0 15,25-25 1,-25 25-16,50 25 141,0-25-126,0 0-15,-1 0 16,1 0-16,0 0 16,0 0-16,49 0 15,-24-25-15,24 0 16,-24 25-1,-1 0 1,-24 0 0,0 0-1,0 0-15,0 0 16,-1 0-16,26 0 16,49 0-1,0 0 16,-24 0-31,-50 0 32,-1 0-17,1 0-15,0 0 0,0 0 16,0 0 0,24 0-1,1 0 1,0 0-1,-26 0-15,1 0 16,0 0 0,0 0-1,0 0 1,-1 0 0,26 25-1,0-25 16,-26 0-31,26 0 0,-25 0 16,0 0 0,-1 0-1,1 0 1,0 0 0,0 0-1,49 0 1,-24 0-1,24 0 1,-24 0 0,-1 0-1,-24 0 1,0 0-16,0 0 16,0 0-1,0 0-15,-1 0 31,26 0-31,49-25 32,-74 0-32,49 25 15,-74-24-15</inkml:trace>
  <inkml:trace contextRef="#ctx0" brushRef="#br0" timeOffset="547309.8844">18752 8210 0,'0'-24'0,"0"-1"31,0 50 16,-24-25-47,24 24 0,0 1 63,0 0-48,0 0 1,0 0-16,0-1 16,0 1-1,0 25 1,0-1 0,0 26-1,-75-1 16,50 1-31,1-1 32,24-24-17,-25-1-15,25 1 32,0-25-17,0 24 1,0 1-1,0-25-15,0 0 16,0-1 0,0 1-16,0 0 31,-25 0-31,0-25 31,25 25-31,0-1 0,-25 1 31,25 0-31,0 0 32,25-25-17,-25 25 1,0-1 0</inkml:trace>
  <inkml:trace contextRef="#ctx0" brushRef="#br0" timeOffset="548049.8433">18827 8384 0,'0'0'0,"-25"0"46,0 0-46,0 0 32,-24 25-17,-26 49-15,1 1 32,49-75-32,-25 49 15,26-24-15,-1-25 16,0 25-16,0 0 15,25-75 1,0 25 0,50-24-1,-50 24-15,25 25 16,-1-25-16,1 25 16,-25-25-16,50 25 15,0 0 16,-1 0-31,-24 25 32,25-25-17,-50 25-15,49 24 0,-24-24 16,25 25 0,24 24-1</inkml:trace>
  <inkml:trace contextRef="#ctx0" brushRef="#br0" timeOffset="549799.7409">18405 9550 0,'0'-25'31,"25"25"0,0 0-31,-25-25 16,0 50 140,-25-25-124,25 25 139,0 0-155,0-1-16,-25-24 16,25 25-16,-25 50 15,0 24 1,1 0 0,24-25-1,0-49-15,0 25 31,24-50-31,-24 25 0,25-25 0,50 0 32,-1-25-17,-24 0-15,-1-25 32,-49 26-32,25-1 0</inkml:trace>
  <inkml:trace contextRef="#ctx0" brushRef="#br0" timeOffset="550059.7347">18306 9798 0,'0'0'0,"-25"0"15,0 0-15,0 0 0,50 0 47,25 0-47,74-25 32,25-25-17,-25 26 1</inkml:trace>
  <inkml:trace contextRef="#ctx0" brushRef="#br0" timeOffset="551759.6537">18752 9847 0,'0'-24'47,"25"24"-16,-25-25-15,25 25-16,0 0 15,24 0-15,-24-25 0,50 0 32,-51 25-32,1-25 15,25 1-15</inkml:trace>
  <inkml:trace contextRef="#ctx0" brushRef="#br0" timeOffset="551979.6095">18777 9971 0,'0'0'15,"25"0"1,-25-24-16,74-1 16,-74 0-1,75 25-15,-50 0 16,-1 0-1,1 0-15</inkml:trace>
  <inkml:trace contextRef="#ctx0" brushRef="#br0" timeOffset="552369.607">19174 9748 0,'25'0'15,"-25"-25"1,-25 50 31,25 0-47,-25-25 31,25 50-31,-25-26 0,25 1 31,0 0-31,0 0 0,50-25 0,-25 0 32,49 0-17,-24-25-15,-25-49 32,-25 24-17,-50 0 1,25 50-16,-24-24 15,24 24-15,0 0 16,25-25 0</inkml:trace>
  <inkml:trace contextRef="#ctx0" brushRef="#br0" timeOffset="553299.606">19745 9153 0,'0'0'0,"-25"0"0,50 0 218,-25 25-124,24-25-94,-24 25 16,25-25-16,0 24 15,25 1 1,24-25 0,0 0-1,-24 0 16,-50 25-31,0 25 32,-74-1-17,-1-24-15,1 25 32,-1-50-17,51 0-15</inkml:trace>
  <inkml:trace contextRef="#ctx0" brushRef="#br0" timeOffset="554129.5573">17562 8930 0,'0'0'0,"25"0"16,-25 24-16,-25 1 63,0 0-48,0 0-15,-25 0 31,-49 24-31,25 1 32,-1 0-17,51-50-15,48 0 32,51 0-17,24 0 1,-25 0-1,-24 49 1,-25-24-16,25 0 16,-50 0-16,24-25 0,26 0 15</inkml:trace>
  <inkml:trace contextRef="#ctx0" brushRef="#br0" timeOffset="555269.4312">19124 8359 0,'0'-25'93,"0"1"-77,25 24-16,-25-25 16,0 0-16,0 0 15,0 50 79,0 0-94,25-25 0,-25 25 16,0-1-16,0 1 15,25 50 1,-25-51-16,0 26 16,-25-25-1,25 24-15,0-24 31,25-25-31,-50 0 63,0 0-47,0 0-16,1 0 15,-1 0 1,0 0 15,50 0 16,0-25-31,-1 25-1,1 0-15,0 0 0,25-24 31,-26 24-31,51-25 0,-50 25 16,-1-25-16,51 25 16,-50-25-1,-75 25 1</inkml:trace>
  <inkml:trace contextRef="#ctx0" brushRef="#br0" timeOffset="558209.3164">18876 7541 0,'-24'0'31,"-1"0"-15,0 0 0,0 0-1,0 0 1,1 49-16,24-24 0,-50 0 16,50 0-1,0-1-15,-25 1 0,25 0 31,50 0-31,24 0 16,-24-25 15,-25 0-31,-1-25 0,-24 0 16,25 0 0,-25-49-1,0-1 1,-49 1-1,24-25 1,25 49 0,0 25-1,49 1 1,1-1 0,-25 25-1,0 25 16,-1-25-31</inkml:trace>
  <inkml:trace contextRef="#ctx0" brushRef="#br0" timeOffset="558629.2913">19298 7193 0,'0'0'0,"0"25"62,0 0-46,0 0-16,0 0 15,-25-1-15,25 1 0,0 0 0,-25 49 32,25-49-32,0 50 15,0-1 1,25-24-1,0-26 1,25-24 0,-26 0-16,26-24 15</inkml:trace>
  <inkml:trace contextRef="#ctx0" brushRef="#br0" timeOffset="558929.2788">19645 7243 0,'0'0'0,"0"-25"0,0 50 47,-24 0-32,24 49 1,0 25 0,0-24-1,24-26 1,1-49 0,0 0-1,25-24-15,-26 24 0</inkml:trace>
  <inkml:trace contextRef="#ctx0" brushRef="#br0" timeOffset="559149.2619">19571 7417 0,'0'0'0,"-25"0"0,0 0 15,0 0 1,25-25-16,25 25 15,75-25 1,-51 25 0,-24-25-16,49 25 15,-49 0-15,25 0 16</inkml:trace>
  <inkml:trace contextRef="#ctx0" brushRef="#br0" timeOffset="559359.2482">19943 7193 0,'-25'0'31,"75"25"-15,-25-25 0,-25 25-16,49 25 15,-49-26-15,25 1 0,-25 25 16,0-25-16,-25 99 15,25-100-15,-99 76 16,25-26-16</inkml:trace>
  <inkml:trace contextRef="#ctx0" brushRef="#br0" timeOffset="561079.1464">24160 7392 0,'0'0'0,"-25"0"47,0 0-31,0 0-1,1 25-15,-1-25 16,-99 49-16,99-24 0,-25 25 31,-24 24-31,49-24 32,75-26-17,-26-24-15,51 25 16,-50-25-16,0 0 0,49 0 15,0-25 1,-49 1 0,0-26-1,-25 0 1,0 26-16,0-26 16,0 25-1,0 0-15,0-49 0,0-50 31,0 25-31,0 74 16,0 0 15,25 25-15,0 0 0,-1 0-1,26 25 1,0 0-16</inkml:trace>
  <inkml:trace contextRef="#ctx0" brushRef="#br0" timeOffset="561519.0471">24730 7094 0,'0'25'78,"-25"-25"-78,25 25 0,0 0 15,-49 24 1,49-24-16,-25 49 16,25-49-1,-25 0-15,25 49 0,-25 26 31,25-26-31,25-24 16,0-26 15,0-24-31,24 0 0,-49-24 0</inkml:trace>
  <inkml:trace contextRef="#ctx0" brushRef="#br0" timeOffset="561809.1046">25053 7169 0,'0'0'0,"0"-25"0,0 0 16,0 50 15,0 0-16,0-1-15,0 51 0,0-50 16,0-1-16,0 51 0,-50 24 31,50-25-31,25-24 32,0-50-17,0 0-15</inkml:trace>
  <inkml:trace contextRef="#ctx0" brushRef="#br0" timeOffset="562029.0936">25028 7417 0,'0'0'0,"-25"0"0,25-25 31,25 25 1,0 0-17,0 0-15,24 0 0,-24 0 0,0 0 16,0 0-16</inkml:trace>
  <inkml:trace contextRef="#ctx0" brushRef="#br0" timeOffset="562329.0775">25474 7466 0,'0'0'16,"-24"0"-16,48 0 47,26 0-47,-25 0 15,24 0-15,26 0 16,-50 0-16,-1 0 0,26 0 15</inkml:trace>
  <inkml:trace contextRef="#ctx0" brushRef="#br0" timeOffset="562699.0511">25896 7094 0,'-25'0'0,"50"0"47,-25 25-47,25-25 0,25 0 15,-26 0-15,76 25 16,-1-25 0,0 0-1,-74 0 1</inkml:trace>
  <inkml:trace contextRef="#ctx0" brushRef="#br0" timeOffset="562918.9666">26020 7144 0,'0'0'0,"-25"0"15,1 0-15,-1 0 16,25 49-1,0 51 1,0-26 0,25 25-1,-25-24 1,0-51-16,0 26 16,0-25-1</inkml:trace>
  <inkml:trace contextRef="#ctx0" brushRef="#br0" timeOffset="563329.0187">26318 7491 0,'-25'0'0,"0"0"16,0 0-1,25 25 1,-24-25-16,-1 49 16,25 1-1,0 0 16,49-26-31,-49 1 16,50 0-16,-50 0 0,25 0 31,-75 24-31,-24-24 32,-25 0-17,24-25 1,75-50-16</inkml:trace>
  <inkml:trace contextRef="#ctx0" brushRef="#br0" timeOffset="563818.9137">26516 7119 0,'0'0'0,"0"-25"16,0 50 62,0 0-62,25-25-16,-25 25 15,0-1-15,0 51 16,0-1 15,25 25-31,-25-24 32,-25-1-17,-99-24 1,99-50-16</inkml:trace>
  <inkml:trace contextRef="#ctx0" brushRef="#br0" timeOffset="564498.9497">25797 7069 0,'25'0'62,"-1"0"-46,1 0-16,0 0 0,99 0 16</inkml:trace>
  <inkml:trace contextRef="#ctx0" brushRef="#br0" timeOffset="589357.4759">819 1612 0,'0'-25'31,"0"1"-31,0-1 16,0 0 0,0 50 30</inkml:trace>
  <inkml:trace contextRef="#ctx0" brushRef="#br0" timeOffset="590397.3391">3448 1339 0,'0'25'15,"-25"-25"17,25-25-17,-25 25 63,25 25-62,-25-25-16,1 25 16</inkml:trace>
  <inkml:trace contextRef="#ctx0" brushRef="#br0" timeOffset="593047.1882">5482 1017 0,'0'0'0,"-25"0"78,0 0-47,0 0 1,1 0-17,-1 0 16,50 0 469,-1 0-484,-24 25 78,0-50 93,-24 25-46</inkml:trace>
  <inkml:trace contextRef="#ctx0" brushRef="#br0" timeOffset="597027.0233">26591 4217 0,'24'0'15,"-24"-25"32,-49 25-31,24-25-16,0 25 16,0 0-1,1 0 1,24 25-16,-75 0 15,26 24 1,49 26 15,-25-50-31,25 24 0,0-24 16,0 0 0,25-25-1,-1 0-15,51-25 31,-26-25-15,-24 26-16,-25-51 16,25 75-16,-25-25 0,0-49 15,-25 24 1,0 1 0,25 24-1,25-25 1,0 50-16,0-24 15,0-1 1,-1 25-16,26-25 0,24 0 31,-49 25-31,0 0 32</inkml:trace>
  <inkml:trace contextRef="#ctx0" brushRef="#br0" timeOffset="597426.9995">27136 3845 0,'-24'0'0,"-1"0"31,25 25 0,-25-25-15,0 49 0,-25 50-1,-24 1-15,24-1 31,26-50-15,24-24 0,24 0-16,26-25 15,-25 0-15,49 0 16,26-25 0</inkml:trace>
  <inkml:trace contextRef="#ctx0" brushRef="#br0" timeOffset="597706.9853">27335 3919 0,'0'-25'15,"0"50"16,0 0-31,0 0 16,-25 24 0,-25 26-1,26-1 1,24-24 0,0-25-1,49-1 1,1-24-16</inkml:trace>
  <inkml:trace contextRef="#ctx0" brushRef="#br0" timeOffset="597896.9716">27260 4118 0,'0'0'0,"25"0"47,-25-25-31,25 25-1,0 0 1</inkml:trace>
  <inkml:trace contextRef="#ctx0" brushRef="#br0" timeOffset="598146.9586">27632 4093 0,'0'0'0,"-24"0"16,48 0 46,1 0-46,0 0-16,0 0 15,24 0 1</inkml:trace>
  <inkml:trace contextRef="#ctx0" brushRef="#br0" timeOffset="598666.8541">27980 3919 0,'-25'0'0,"74"0"63,-24 0-48,0 0-15,50 0 16,49 0 0,24 0-1,-48-25 1,-76 25-16,1 0 16,-25-24-16</inkml:trace>
  <inkml:trace contextRef="#ctx0" brushRef="#br0" timeOffset="598946.9097">28327 3894 0,'0'0'0,"-25"0"15,0 0 16,1 50-15,-1 24 0,0-74-16,25 100 15,0-76-15,-25 26 16,25 24 0,0-49-1</inkml:trace>
  <inkml:trace contextRef="#ctx0" brushRef="#br0" timeOffset="599446.8831">27657 4118 0,'0'24'31,"25"-24"32,0 0-47,24 0-16,75-24 15,-49-1 1</inkml:trace>
  <inkml:trace contextRef="#ctx0" brushRef="#br0" timeOffset="600326.8332">28401 4192 0,'-24'0'62,"-1"25"-30,0-25-1,25 25-31,-25-25 0,0 49 16,25-24-1,25 0 1,0 0-1,0-1 1,0 1 15,-25 0-31,-50 0 32,0 0-17,26-25-15,-1-25 31</inkml:trace>
  <inkml:trace contextRef="#ctx0" brushRef="#br0" timeOffset="600846.7978">28773 3870 0,'-24'0'15,"24"24"32,0 1-31,0 0-1,0 0-15,24 49 0,1-49 16,-25 0-16,25 49 16,-25 25-1,-99 1-15,24-26 31,51-74-31</inkml:trace>
  <inkml:trace contextRef="#ctx0" brushRef="#br0" timeOffset="601776.7455">29344 4217 0,'-25'0'16,"50"0"187,0 0-203,0 0 0,49 0 15,25 0 1,-24 0 15,-51 0-31,1 0 0,0 0 16,0 0-16,-25-25 16</inkml:trace>
  <inkml:trace contextRef="#ctx0" brushRef="#br0" timeOffset="602056.7259">29418 4440 0,'-24'25'0,"48"-25"62,1 0-62,0 0 0,-25 25 16,74-25 0,50 0-1,-74 0-15,-25-25 0</inkml:trace>
  <inkml:trace contextRef="#ctx0" brushRef="#br0" timeOffset="603746.6282">30038 4167 0,'0'25'15,"0"0"1,0 0 15,25-25-31,0 0 31,0-25-15,0-25 0,-1 1-1,-24-1 1,0 25 0,0 0-1,0 50 95,0 0-110,0 0 15,0 0-15,0-1 16,0 51-1,0-1 1,0 1 0,0-1-1,0-49 1,0 0-16,0-1 16,0 1-1,0 0 32,-24-25-16,-1 0-15,0 0 0,-25-25-1,1 25-15,24 0 31,25 25-15,25-25 31,0 0-31,24 0-1,1 0 1,-1 0-1,1 0 1,0 0 15,-1 0-31,-49-25 235,0 0-220</inkml:trace>
  <inkml:trace contextRef="#ctx0" brushRef="#br0" timeOffset="604296.5992">30758 4142 0,'-25'0'16,"0"0"31,25-24 31,25 24-78,-25 24 47,-25 1-31</inkml:trace>
  <inkml:trace contextRef="#ctx0" brushRef="#br0" timeOffset="604496.5096">30758 4589 0,'0'0'0,"-25"25"16,25-1-16,0 1 16,-25 25-1,0 24 1,1-74-16,-1 50 15,0-50 1,25 25-16,-50 0 0,26-25 16</inkml:trace>
  <inkml:trace contextRef="#ctx0" brushRef="#br0" timeOffset="605426.5276">31428 4118 0,'0'24'16,"-25"-24"47,25 25 62,-25 0-110,25 0-15,-25 0 0,25 49 31,-25 25-15,25-74-16,-24 0 16,24 0-16,0-1 0,0 1 15,49-25 1,50 0 0,1-49-1</inkml:trace>
  <inkml:trace contextRef="#ctx0" brushRef="#br0" timeOffset="605676.5125">31304 4341 0,'0'0'0,"-25"0"0,50 0 63,-1 0-48,1 0 1,0 0-16,0 0 16,24 0-1</inkml:trace>
  <inkml:trace contextRef="#ctx0" brushRef="#br0" timeOffset="605966.4212">31676 4390 0,'0'-24'31,"24"24"48,1 0-64,0 0 1,0 0-16,0 0 0,49 0 15,-49-25 1,0 25-16</inkml:trace>
  <inkml:trace contextRef="#ctx0" brushRef="#br0" timeOffset="606326.4739">32023 4242 0,'-25'0'16,"0"0"-1,0 0 17,50 0 30,0 0-62,0 0 16,0 0-1,-1 0-15,26 0 0,-25 0 16,0 0-16,24 0 16,1 0-1,0 0-15</inkml:trace>
  <inkml:trace contextRef="#ctx0" brushRef="#br0" timeOffset="606556.4077">32122 4266 0,'-25'0'15,"25"25"32,0 0-31,0 0-1,0 24-15,0 1 32,0 24-17,0-49-15,0 0 0</inkml:trace>
  <inkml:trace contextRef="#ctx0" brushRef="#br0" timeOffset="606956.4367">32296 4490 0,'0'0'0,"0"-25"32,-25 25-1,0 0-15,0 49-1,0 1-15,25 0 31,25-1-15,0-24 0,-25 0-16,25 0 15,-75-25 17,25 0-32,-24 0 15,-26-25 1,51 0-1</inkml:trace>
  <inkml:trace contextRef="#ctx0" brushRef="#br0" timeOffset="607346.341">32519 4440 0,'0'0'15,"-25"0"-15,25-25 47,25 25-47,0 0 16,0 0 0,99 0-1,-25 0-15,-25 0 31,-49 0-31</inkml:trace>
  <inkml:trace contextRef="#ctx0" brushRef="#br0" timeOffset="607546.3289">32593 4564 0,'0'0'0,"25"0"31,25 0 0,-1 0-31,1 25 32,-25-25-32</inkml:trace>
  <inkml:trace contextRef="#ctx0" brushRef="#br0" timeOffset="608256.3601">33189 4366 0,'0'0'0,"-25"0"47,0 0 0,0 0-47,0 0 0,25 24 31,-24-24-31,-1 50 15,25-25 1,0 0-16,0-1 31,0 1-31,0 0 0,25 25 32,24-50-17,-24 0-15,25 24 0,-26-24 16,1 0-1,-25-24-15,25-1 16,0-25 0,0 1-1,-1 24 1,-24 0 0,0 0-16,0 0 15,-24 25 1,-26-24-1,-24 24 1,-26 0 15,76 24-31</inkml:trace>
  <inkml:trace contextRef="#ctx0" brushRef="#br0" timeOffset="610506.2265">30857 5259 0,'0'-25'15,"25"25"1,0-25-16,-25 0 62,-25 25 32,25 25-78,0 0-16,-25 24 15,0-49-15,0 75 16,25-50-16,0 24 16,0 1-1,50-1 1,0-24-1,-26-25 1,51 0-16,-26 0 0,1-25 31,0-24-31</inkml:trace>
  <inkml:trace contextRef="#ctx0" brushRef="#br0" timeOffset="610756.1726">30783 5383 0,'0'-25'0,"0"50"0,-25-50 16,25 0-16,0 0 31,49 25-31,-24 0 15,0-25 1,25 25 15,-26 0-31,1 0 0</inkml:trace>
  <inkml:trace contextRef="#ctx0" brushRef="#br0" timeOffset="611046.1559">31304 5308 0,'24'0'62,"1"0"-46,0 0-16,0 0 15,74 0-15,0 0 16,-49 0 0</inkml:trace>
  <inkml:trace contextRef="#ctx0" brushRef="#br0" timeOffset="611256.1825">31452 5457 0,'0'0'0,"-24"0"16,48 0 15,1 0-16,0 0-15,25 0 16,-1 0 15,1 0-31</inkml:trace>
  <inkml:trace contextRef="#ctx0" brushRef="#br0" timeOffset="611546.1258">31973 5259 0,'0'0'0,"0"-25"47,25 25-47,0 0 15,0 0 1,24 0-16,-24 0 0,0 25 16,24-25-1,26 24-15,-1-24 16,-49 0 0</inkml:trace>
  <inkml:trace contextRef="#ctx0" brushRef="#br0" timeOffset="611796.1509">32246 5259 0,'-25'0'0,"25"24"16,0 1 15,0 0-31,-25 0 15,1 24 1,-26 26 15,0-26-31,50-24 16,-24 25-16,24-25 16</inkml:trace>
  <inkml:trace contextRef="#ctx0" brushRef="#br0" timeOffset="612226.0729">32519 5556 0,'0'0'0,"0"-25"15,-25 25 17,0 0-17,1 0-15,-1 25 16,-25 0 15,50 25-31,0-26 31,0 1-31,25 0 16,-25 0 0,0 0-16,25-1 15,-25 1 1,-25 0 0,0-25-16,-24 25 15,24-25-15,0 0 16,-25 0-16,-24 0 15,49 0 1</inkml:trace>
  <inkml:trace contextRef="#ctx0" brushRef="#br0" timeOffset="613325.9879">29989 6449 0,'-25'-25'15,"25"1"17,0-1 186</inkml:trace>
  <inkml:trace contextRef="#ctx0" brushRef="#br0" timeOffset="615675.9214">23316 10021 0,'0'0'0,"0"-25"16,-24 25 46,48 0 48,1 0-95,0 0-15,0 0 16,24-25-16,26 25 31,-1 0-31,-49 0 16,49 0-16,-49 0 0,0 0 16,74 0-1,25 0-15,0 0 31,-49 0-15,-1 0 0,-49 0-16,25 25 15,-26-25-15,1 0 16,74 0-16,50 0 16,25 0-1,-50 25 1,-25-25-1,-49 0 1,-25 0-16,74 0 31,-74 0-31,74 0 0,50 0 16,-25 0 15,-25 25-31,-50 0 31,-24-25-31,74 0 16,-49 0-16,49 25 16,50-25-1,-25 24 1,-49-24 0,-1 0-1,75 0 1,0 0-1,-1 0 1,-48 0 15,-51 0-31,-24 0 16,25 0-16,-25 0 0,-1 0 16,51-24-1,24 24-15,0 0 31,-24 0-15,-1 0 0,-49 0-16,24 0 15,-24 0-15,0 0 16,74 0-16,25-25 16,-25 25-1,26 0 1,-26 0-1,-74 0 1,74 0-16,-74 0 0,24 0 16,50 0-1,25 0-15,0 0 16,0 0 15,-49 0-31,-26 0 31,1 0-15,49-25 0,-24 25-1,-26-25 1,-24 0 0,-99-24-1,49 49-15</inkml:trace>
  <inkml:trace contextRef="#ctx0" brushRef="#br0" timeOffset="617265.7616">25846 8384 0,'0'0'0,"0"-25"47,-24 50 46,24 0-77,-25-25-16,25 49 0,-25 26 31,25 24-31,0-25 31,0-49-31,-25 74 16,25-74-16,-25 25 16,1 49-1,24-24 1,-25-1 0,0-24-1,25-26-15,0 51 16,-25-50-16,25 49 15,-25 0 1,25 1 15,-24-1-31,24-24 16,-25-25-16,25 24 31,0-24-31,0 25 0,-25-1 31,0 26-15,25-26 0,-25-24-16,25 25 15,0-25 1,0-1-16,-24 26 16,24 0-1,0-26 1,-25 26-1,25-25 1,0 0-16,0-1 0,0 1 16,0 0-1,0 0 1,0 0-16,0-1 31,0 26-31,-25-50 16,25 50-1,-25-50-15,25 24 0,-25 1 16,25 25 0,-24-25-1,24-1 1,-25 1 0,25 0-1,-25 0 1,25-50 31,0 0-32,-25 0-15</inkml:trace>
  <inkml:trace contextRef="#ctx0" brushRef="#br0" timeOffset="618035.7819">25078 10269 0,'-25'0'93,"0"0"-77,0 0-16,0 0 16,1 25-16,-1 0 15,0-25-15,0 0 16,25 25-16,-25-1 15,25 1 1,0 0 15,25-25-31,0 0 16,49 0 15,1 0-31,-26-25 31,-24 0-15,0 1 0,-25-1-1,0 0 1,-25-25 0,0 26-1,1 24 1,-1 0 15,0 0-31,0 0 31,25 24-31</inkml:trace>
  <inkml:trace contextRef="#ctx0" brushRef="#br0" timeOffset="620115.5851">26987 10120 0,'-24'0'31,"-1"0"78,0 0-78,25 25 16,0 0-15,0 0-32,0 0 31,0-1-16,0-48 32,0-1-47,25 0 16,-25 0-16,0 0 31,0 50 0,-25-25-15,25 50 0,0-25-16,-25-1 15,25 1-15,-25-25 16,1 25 0,24-50 15,24 0-31,1-24 15,-25 24 1,25-25-16,-25 26 0,0-1 16,0 50 46,-25-25-62,25 24 0,0 1 31,0 25-15,0-25 0</inkml:trace>
  <inkml:trace contextRef="#ctx0" brushRef="#br0" timeOffset="620605.63">26566 10542 0,'-25'0'0,"0"0"31,75 0 47,-25 0-62,-1-25-16,1 25 15,99 0-15,-49 0 16,-1-25 15,-24 25-31,-1 0 31,-74 0 1</inkml:trace>
  <inkml:trace contextRef="#ctx0" brushRef="#br0" timeOffset="621185.6024">26789 10592 0,'0'-25'0,"0"0"31,-25 25 47,25 25-62,-25-25-1,25 25-15,0-1 32,-24 1-32,24 25 15,0-1 1,-25 1 0,25-25 15</inkml:trace>
  <inkml:trace contextRef="#ctx0" brushRef="#br0" timeOffset="621665.4919">26963 10790 0,'0'0'0,"-25"0"47,0 0-32,0 0 1,0 0-16,1 0 31,-1 25-31,25 0 0,-25 24 31,0-49-31,25 25 0,0 0 16,25 0 15,0-1-31,-25 1 31,0 0-15,-25-25-16,-25 25 16,26-25-16,-26 0 15,-24 0 1,49-75 0</inkml:trace>
  <inkml:trace contextRef="#ctx0" brushRef="#br0" timeOffset="624075.4285">26963 10120 0,'-25'0'32,"25"-24"-17,0-1 188,0 0-203,0 0 16,0 0 0,0 0-1,0 1 17,0-1-17,0 0 1,0-25-1,0 26 1,25-1-16,-25 0 0,24 25 16,-24-50-1,25 1-15,-25 24 16,0 0 15,0-24-31,0-1 31,0 0-15,0 1 0,0-1-1,0 25 1,0-24 0,0-1-1,0 25 1,0 1 62,0-1-78,25 0 31,-25 0-31,25 0 31,-25 1 1,0-1 93,0 0-110,0 0 1,-25 25 156,0 25-157,0-25-15,1 0 16,-26 50-16,0-26 31,1 1-31,-1 25 16,50-75 78,25 25-79,-25-25 1,25 25 0,-25-25-1,25 25-15,24-24 16,1 24-1,-25-25 1,-1 25-16,1 0 203,0 0-187,-25-25-16,25 25 15,-25-25 48,25 25-63,-25 25 234,0 0-234,25-25 0,-25 25 16,24-1-16,51 51 31,-1-1-31,-49-74 16,25 25-1</inkml:trace>
  <inkml:trace contextRef="#ctx0" brushRef="#br0" timeOffset="655623.5622">30311 10046 0,'-24'0'0,"24"-25"0,0 0 31,24 25 109,1 0-124,0 0-16,0 0 16,0 0-1,-1 0-15,76 0 16,-76 0-16,76 25 16,48-25-1,-24 0 1,0 0-1,-99 0-15,50 0 16,-26 0 0,26 0-16,-1 0 15,1 0 1,-1 25 15,0-25-31,-49 0 16,25 25-1,-25-25-15,-1 0 0,1 0 16,0 0-16,25 0 31,24 0-15,0 0 0,-49 0-16,25 0 15,-25 0-15,-1 0 16,26 0-16,24 0 15,-24 0 1,0 0 0,-1 0-1,1 0 1,0 0 15,24 0-31,0 0 31,-49 0-15,-25-25 0,-25 25-16</inkml:trace>
  <inkml:trace contextRef="#ctx0" brushRef="#br0" timeOffset="657023.4788">31576 8409 0,'-24'0'0,"-1"0"47,0 0-31,25 25 0,0 24-1,0-24 1,0 0-1,-25 24 1,25-24 0,0 50-1,-25-1 1,25-49-16,0 74 31,0-74-31,-24 49 0,24 26 31,0-26-15,0 25-16,0-74 16,0 25-1,0-26-15,0 1 0,-25 50 16,0 49 0,0-25-1,0 0 1,1 0-1,24-74-15,-25 25 16,25-26-16,0 1 16,0 0-16,-25 50 15,0-26 1,0 26 15,0-26-31,25-24 31,0 0-31,-24 0 16,24-1-16,0 1 0,-25 0 31,25 25-15,0-26 0,-25 1-16,25 0 15,0 0 1,0 0-1,25-50 17,-25 0-32,25-25 15,-25 26 1</inkml:trace>
  <inkml:trace contextRef="#ctx0" brushRef="#br0" timeOffset="658613.3269">30659 9996 0,'0'0'0,"0"25"0,0 0 78,-25-25-47,25 25-31,0-50 109,0 0-93,25 0-16,-25 0 16,24 1-16,-24-26 15,0 0 1,25 26 15,-25-51-31,0 50 16,25 1-1,-25-1-15,0 0 0,0 0 16,0-24-16,0 24 31,25 0-15,-25 0 0,0 0-1,25-24 1,-25 24-1,0 0 17,0 0-1,0 1-31,0-1 0,0 0 31,0 0-31,0 0 16,0 1 31,24 24-32,-24-25 1,0 0 0,25 25-1,-25-25 1,0 0 31,0 50 62,-25 0-93,25 0-1,-24-25-15,24 25 16,-25-1 0,0 1-1,25 0-15,0 0 16,-25 0-16,25-1 15,0 51 1,-25-26 0,25-24-1,0 0 1,0-50 62,0 0-78,0 1 0,0-1 16</inkml:trace>
  <inkml:trace contextRef="#ctx0" brushRef="#br0" timeOffset="659433.3388">30882 9128 0,'0'0'0,"-25"0"94,0 0-78,0 0 15,1-25-31,-1 25 31,25 25 0,-25-25-15,25 25-16,-50 0 31,1 0-31,-1-1 31,-24 26-15,49-25-16,25 0 31,25-25 1,0-25-32,24 0 15,1-25 1,-25 1-1,-1 49-15,-24-25 16,25 0 0,0 25 93,-25 25-109,25-25 0,-25 25 16,49-25-1,51 49 1,24 1 0,-100-25-16,51 0 15,-50-25-15,-25 24 16</inkml:trace>
  <inkml:trace contextRef="#ctx0" brushRef="#br0" timeOffset="660673.2639">31403 7813 0,'-25'0'47,"0"0"-47,0 0 0,1 0 16,-26 25-1,-25 0 1,75 49 0,25-49-1,-25 0-15,100 0 16,-76 0-16,76-25 15,-26-25 1,-24-25 0,-50-24-1,0 49 1,-25-49-16,25 49 0,-25 0 16,0-49-1,25 24-15,0 0 31,0 26-15,25-1-16,0 25 16,0 0-1,-1 0-15,1 0 0,0 0 32,0 0-17</inkml:trace>
  <inkml:trace contextRef="#ctx0" brushRef="#br0" timeOffset="661023.245">31874 7541 0,'0'-25'16,"-25"25"-16,0 0 47,25 25-31,0-1-16,0 26 15,0-25-15,-24 49 16,24-49-16,0 25 15,24 24 1,26-49 0,0-25-1,-26 0 1,26-25-16</inkml:trace>
  <inkml:trace contextRef="#ctx0" brushRef="#br0" timeOffset="661293.2314">32221 7541 0,'-25'0'16,"50"0"-16,-74 0 0,49 24 47,-25 1-47,25 25 15,0-1 1,-25 51-1,25-51 1,0-24-16,25 25 16,0-50-1,-1 0-15,26 0 16,-25-25-16</inkml:trace>
  <inkml:trace contextRef="#ctx0" brushRef="#br0" timeOffset="661463.1668">32147 7739 0,'0'0'0,"-25"0"0,25-25 16,25 25 15,0 0-15,24 0-1</inkml:trace>
  <inkml:trace contextRef="#ctx0" brushRef="#br0" timeOffset="661713.1379">32370 7714 0,'25'0'63,"0"0"-48,0 0-15,-1 0 16,26 0 0,49 25-1,-49-25 1,-50-25-1</inkml:trace>
  <inkml:trace contextRef="#ctx0" brushRef="#br0" timeOffset="661973.1878">32519 7640 0,'-25'0'0,"25"25"78,0-1-78,-25-24 16,25 25-16,0 0 0,-24 25 15,24 24 1,0-49-1,49 0 1</inkml:trace>
  <inkml:trace contextRef="#ctx0" brushRef="#br0" timeOffset="662293.1679">32693 7615 0,'-25'0'0,"50"0"46,-1 0-46,1 0 16,0 0-16,99 0 16,-50 25-1,1-25 1,-50 0 15</inkml:trace>
  <inkml:trace contextRef="#ctx0" brushRef="#br0" timeOffset="662553.1521">32792 7665 0,'0'0'16,"0"24"-16,25-24 31,-25 25 0,24-25-31,-24 50 16,0-1-1,0-24 1,0 25-16,0-25 16,0-1-1</inkml:trace>
  <inkml:trace contextRef="#ctx0" brushRef="#br0" timeOffset="662923.135">33015 7913 0,'0'-25'31,"-25"25"-16,25 25 32,0-1-47,0 1 16,0 0 15,0 25-31,25-50 16,-25 25-16,0-1 15,-25-24 1,0 0 15,1-24-15,-1-1 0,25 0-16</inkml:trace>
  <inkml:trace contextRef="#ctx0" brushRef="#br0" timeOffset="663343.1067">33362 7640 0,'0'25'78,"0"-1"-78,0 1 15,0 0-15,25 74 16,-25-24 15,-50 49-31,-98-25 16,98-74-16,-24 0 15</inkml:trace>
  <inkml:trace contextRef="#ctx0" brushRef="#br0" timeOffset="670692.6712">7193 17859 0,'25'0'0,"0"0"94,0 0-78,0 0 78,-1 0-79,1 0-15,0 0 16,25 0-1,-1 0 1,-24 0 0,0 0-16,24 0 31,-24 0-31,74 0 0,25-24 31,-24-1-31,-76 25 16,1 0-16,0 0 31,25 0-31,24 0 31,50 0-15,-25 0 0,1 0-1,-76 0-15,26 0 16,-25 0-16,0 0 0,99 0 15,49 0 1,1 0 0,-25 0-1,-100 0 1,-24 0-16,0 0 31,0 0-31,24 25 0,51-25 16,48 24 15,-24-24-31,-24 0 31,-76 0-31,26 0 16,-25 0-16,24 25 16,26-25-1,24 0 1,25 0-1,-25 0 1,-24 0 0,-50 0-16,74 0 31,-74-25-31,49 25 0,75 0 31,24 25-31,-148-25 16,124 50-16,-124-50 0,0 0 15,49 25 1,-49-25-16,99 24 0,-99-24 16,99 0-1,74 0 1,1 0 0,-51 0-1,-123 0-15,50 0 16,-26 0-16,-24 0 0,74 0 15,25 0 1,50 0 0,0 0-1,-50 0 1,-100 0-16,51 0 31,-26 0-31,26 0 0,49 0 16,0 0 15,0 0-31,0 0 31,-99 0-31,49-24 16,-49 24-16,25 0 16,24 0-1,-49 0 1,24-25-1,26 25 1,-26 0-16,26 0 16,-1 0-16,1 25 15,-1-25 1,1 0 15,49-25-31,0 25 16,-75 0-16,50 0 31,-49 0-31,-25 0 0,49 0 0,-24 0 31,-1 25-15,-24-25 0,0 0-16,49 0 15,-49 0-15,25 0 16,24 0-16,-24 0 0,74 0 15,-74 0-15,49 0 16,0 24 0,0-24-1,25-24 1,-74 24-16,24-25 31,-24 25-31,-25 0 0,49 0 16,50 0-16,0 25 31,25-25-31,0 0 31,-124 0-31,49 0 16,-24 0-16,-26 0 0,76 0 16,73 0-1,-49 0 1,-24 0-1,-26 0 1,-24 0 0,24 0-1,0 0 1,26-25 15,48 25-15,-24 25-16,-49-25 31,-26 0-31,26 0 31,-1-25-15,50 0 0,0 25-1,-99 0-15,50 25 16,-51-25-16,1 0 15,0 0-15,74 0 16,75 0 0,24 0-1,-24-25 1,-149 25-16,74 0 31,-74-25-31,0 25 0,74 0 16,0-25-16,50 25 31,-50 0-31,0 0 31,-74 0-31,25 0 16,-26 0-16,1 0 16,0 25-16,25 0 15</inkml:trace>
  <inkml:trace contextRef="#ctx0" brushRef="#br0" timeOffset="672352.5735">13742 15801 0,'0'-25'15,"25"25"64,-25 25-79,24-25 15,-24 24-15,0 1 16,0 50-16,0-1 31,-24 0-31,-1 1 31,25-50-31,-25 24 16,25-24-16,0 0 0,0 24 16,-25 51-1,25-26 1,0 1-1,0-26 1,0-24 0,0 0-16,25 24 31,-25-24-31,0 0 0,0 25 31,0-1-31,0 26 16,0-26 15,0 1-15,0-25-1,0 24 1,0 1 0,0-1-1,0-24-15,0 25 16,0-25-16,0-1 15,0 26 1,0 0 0,0-26-1,0 1 1,0 25 15,-25 0-31,25-26 16,0 1 15,0 0-31,0 0 31,0 0-31,0-1 16,0 1-16,0 0 16,-25 0-16,25 0 15,0-1 1,0 1-1,0 0 17,0 0-1,0 0 16,0-1-47,0 1 31</inkml:trace>
  <inkml:trace contextRef="#ctx0" brushRef="#br0" timeOffset="674562.3693">13816 16867 0,'-25'0'15,"1"25"1,-1-25 15,25-25 32,-25 25 93,0 0-125,25 25 125,-25-25 594,25 25-718,-24-25-32,-1 0 0,0 25 0,25-1 15,-25-24-15,0 25 16,1 0-16,-1 0 16,0-25-1,25 25-15,-25-25 0,0 24 16,1-24-1,24 25-15,-25-25 16,0 25-16,0-25 0,25 25 16,-25-25-1,25-25 17,25 25-32,-25-25 0,25 0 15,0 25-15,-25-24 0,25 24 16,-25-25-16,24 0 15,1 0-15,-25 0 16,25 25 0,-25-24-16,25 24 0,-25-25 15,25 25 1,-1 0-16,-24-25 0,25 25 16,0-25-1,0 25-15,0-25 16,-1 25-16,1-24 15,0 24 17,-25 24 46,0 1-63,25-25-15,-25 25 16,25-25-16,-25 25 16,24 0-16,-24-1 0,25 1 15,-25 0 1,25 0-16,0 0 0,-25-1 0,25-24 0,-25 25 16,24-25-16,1 25 0,0-25 15,0 0-15,0 0 0,-1 0 16</inkml:trace>
  <inkml:trace contextRef="#ctx0" brushRef="#br0" timeOffset="676592.323">31676 12601 0,'24'0'16,"-24"25"109,0-1-94,0 1-15,25-25-1,0 25 1,0 0-1,24 0 1,-24-25 47,-25-25-48,25 25-15,-25-25 0,74 0 16,-74 0-16,50 25 31,-50-24-31,25 24 0,0-25 16,49 0-1,0 25 1,-24 0 0,0 0-1,-25 0 1,-25-25 31,-25 25 46,0 0-93,0 0 16</inkml:trace>
  <inkml:trace contextRef="#ctx0" brushRef="#br0" timeOffset="680792.0753">15106 18033 0,'0'0'0,"25"0"47,0 0-47,-25-25 109,0 0-109,0 1 31,0-1-31,0 0 16,0-25 0,24 1-1,1 24 1,-25 0 15,0 0-31,25 1 16,-25-26-16,0 25 0,0 0 31,0 1-31,0-26 31,25 0-15,-25 1 0,49-1-1,-49 0 1,0 26-1,0-1 1,0 0 0,0 0-16,0 0 31,25 1-31,-25-1 0,0-25 31,0 25-31,0 1 16,0-1 15,0 0-15,0 0 15,0 0-15,0 1-1,0-1 1,0 0-1,0 0 110,0 0-109,25 25-16,-25-24 31,0-1-31,0 0 16,0 50 125,-25 0-126,0-25-15,25 24 16,-24 1-16,-1 25 31,0-50-31,-25 49 16,26-24-16,-1 0 15,0 0 1,25 0 0,0-50-1,25 25 1,0-50-1,-25 25-15,49-24 16,-49 24-16,25-25 16,0 26-1,0 24 48,-1 0-48,1 0 1,0 0-16,0 0 31,0 0 1,0 0-17,-1 0 16,-24 24-31,25 1 16,0-25-16,0 25 16,0 0-16,-25 0 0,24-1 15,1 1 1,25 50-16,-25-51 0,-1 1 16</inkml:trace>
  <inkml:trace contextRef="#ctx0" brushRef="#br0" timeOffset="681641.9497">14957 18256 0,'0'0'0,"0"25"0,-25-25 16,1 0 0,48 0 62,1 0-63,0 0 1,0 0-16,0 0 16,-1 0-1,1 0-15,25-25 16,-1 25-16,1-25 0,-25 25 31,0 0-15,-25-24-1</inkml:trace>
  <inkml:trace contextRef="#ctx0" brushRef="#br0" timeOffset="681911.9427">15131 18256 0,'0'0'16,"-25"0"-16,25 25 47,25 0-32,-25 0 1,-25 24-16,25 1 31,-25-1-31,25-24 16,0 25-1,0-25-15</inkml:trace>
  <inkml:trace contextRef="#ctx0" brushRef="#br0" timeOffset="682361.9163">15329 18405 0,'-25'0'16,"25"25"15,0 0-31,-24-25 16,24 24 0,-25 1-1,0 25 1,25-25-1,25-25 1,0 0 0,-1 0-1,-24 25 1,-24 24 15,-26-24-31,-24 0 16,-1-25 15,50 0-31,-24-25 0</inkml:trace>
  <inkml:trace contextRef="#ctx0" brushRef="#br0" timeOffset="683391.8452">13419 18405 0,'0'0'0,"0"25"0,-24-25 15,-1 0 1,0 0-16,0 0 47,25 25-47,-49 24 31,49 26-31,0-26 31,49-24-15,1-25 0,-25 0-16,24-49 15,-24 49-15,25-50 16,-26 25-1,1 0 1,-25 0 0,0 1-1,-25-1 1,1 0-16,24 0 16,-25 25-16,0-25 15,0 25 1,0 0 15,1 0-31,-1 25 16,25 0-1,-25-25-15</inkml:trace>
  <inkml:trace contextRef="#ctx0" brushRef="#br0" timeOffset="685051.8301">17016 16818 0,'-25'0'15,"25"-25"17,-25 25 46,1 0-63,24 25 1,0-1 47,0 1-63,0 0 15,0 0 1,24 0-16,-24 24 31,0 1-31,0-1 31,-24 1-15,24-25 0,0 0-16,0 24 15,0-24-15,0 0 16,0 0-1,0-1 1,0 1-16,0 0 16,0 0-1,0 0 1,0-1 0,0 1-16,0 0 31,0 0-31,0 0 31,0 0-31,0-1 31,0 26-15,0 0 0,0-1-1,0-24 1,0 0-1,0 0 48,-25-25-47,25-25-16,0 0 15</inkml:trace>
  <inkml:trace contextRef="#ctx0" brushRef="#br0" timeOffset="685821.7022">16942 16768 0,'0'25'78,"0"0"-78,-25-1 16,25 1-16,-50 0 31,1 0-31,24 0 31,25-1-15,25-24-1,-1-74 1,26 49-16,-25-24 16,0 49-16,-1-25 0,1 0 15,0 0 1,-25 0-1,25 25 17,-25 25-32,25 0 31,-1-25-31,1 50 0,0-26 16,0 51-16,24-26 15,-49-24 1</inkml:trace>
  <inkml:trace contextRef="#ctx0" brushRef="#br0" timeOffset="686751.7282">16446 18430 0,'0'0'0,"-25"0"0,0 0 16,25-25-1,25 25 1,0-25 0,49 25-1,-49 0-15,0 0 16,-25 25-16,24-25 0,-24 25 15,25 0 1,-25 24 0,0 1 15,-49 0-31,-26-1 16,50-24-1,1-25 1,48 0 46,-24-25-62,25 25 16,0 0 0,25 0-1,-1 25 1,-24 0-1,25-25 1,-1 0 0</inkml:trace>
  <inkml:trace contextRef="#ctx0" brushRef="#br0" timeOffset="687041.6305">16966 18455 0,'0'0'15,"-24"-25"-15,24 0 0,0 0 32,24 25-32,1 0 15,0 0 1,25 0-1,-26 0-15,51 0 16,-50 0 0,24 0-16,1 0 15,-1-25 1</inkml:trace>
  <inkml:trace contextRef="#ctx0" brushRef="#br0" timeOffset="687271.6164">17214 18380 0,'-24'75'63,"48"-150"-63,-24 150 0,0-1 15,0-24 1,0-1-1,-24 1 1,24-25 0,0 0-1</inkml:trace>
  <inkml:trace contextRef="#ctx0" brushRef="#br0" timeOffset="687651.5949">17413 18604 0,'0'-25'16,"-25"50"-1,25-1 1,-50-24-1,50 25-15,-24 25 16,24-25 0,0-1-1,24-24 1,1 0-16,0 25 16,0 0-1,-25 0 1,-75-25 15,26 0-31,-26 0 31,26-25-15,24 0-16</inkml:trace>
  <inkml:trace contextRef="#ctx0" brushRef="#br0" timeOffset="689691.4748">18554 17983 0,'0'-24'46,"-25"24"33,25-25-33,-25 25-46,0 0 16,25-25-16,0 0 16,0 0-1,0-24 1,0 24 0,0-25-1,25 26 1,-25-1-1,-25-25 1,1 1 0,-1-1-1,0 25 1,25 0 31,0 0-32,0 1 1,0-1 0,0 0-1,0 0 1,0 0 0,25 25-16,-25-24 15,0-1-15,0 0 16,0 0-1,0 0 1,0 1 0,0-1-16,0 0 31,25 0-31,-25 0 0,0 1 16,0-1-1,0 0 16,0 0-15,0 0-16,0-24 31,0 24-15,0 0 0,0 0 15,0 1 47,24-1-78,-24 0 16,25 25-16,-25-25 0,25 25 31,-25-25-31,-25 50 140,0-25-124,25 25 0,-24-25-16,-1 0 31,0 25-31,-25-25 16,26 0-1,-1 0 1,0 0 15,50 0 32,0 0-48,-1 0-15,1 0 16,0 0-16,0 0 15,24-25 1,-24 25 0,0 0-1,0 0 1,-25-25 0,25 25 15,-25 25 31,25 0-62,-1 0 16,26 24 0,-50-24-16,74 49 15,-49-49-15,0 0 16</inkml:trace>
  <inkml:trace contextRef="#ctx0" brushRef="#br0" timeOffset="690621.4196">18355 18405 0,'0'0'0,"-24"0"16,-1 0 0,25-25-1,25 25 1,24-25-16,1 1 16,-1 24 15,-24 24-31,25 26 31,-50-25-31,0 0 31,-50 24-15,25-24 0,25 0-1,25-25 1,25 25-1,-50 0-15,74-1 16,-49-24 0,0 25-1,-50-25 17,-24 25-32,-26-25 15,50 25 1,-49-25-16,49 0 15,0 0 1,0 0-16</inkml:trace>
  <inkml:trace contextRef="#ctx0" brushRef="#br0" timeOffset="690921.403">18852 18455 0,'0'0'0,"0"-25"0,-25 25 0,25-25 16,25 25-16,74-25 15,-25 25 1,-24 0 15,-25 0-31</inkml:trace>
  <inkml:trace contextRef="#ctx0" brushRef="#br0" timeOffset="691141.3889">19025 18380 0,'-25'25'47,"75"-50"-47,-75 25 0,0 50 15,25-25-15,0-1 16,0 26-16,0-25 15,0 0 1,0 24 0,25-24-1,-25 0 1</inkml:trace>
  <inkml:trace contextRef="#ctx0" brushRef="#br0" timeOffset="691491.3675">19224 18653 0,'-25'0'63,"25"25"-63,0 0 31,0 0-15,25-1-1,-1 1 1,26 0 0,-75-25-1,-24 0 1,-26 25-1,50-25-15,-99 0 16,100-25 0,-26 0-16</inkml:trace>
  <inkml:trace contextRef="#ctx0" brushRef="#br0" timeOffset="692001.3383">19397 17190 0,'0'0'0,"-25"0"15,25-25-15,25 25 31,0 0-15,25 0 0,-26 0-1</inkml:trace>
  <inkml:trace contextRef="#ctx0" brushRef="#br0" timeOffset="692221.3416">19968 17190 0,'0'0'0,"-25"-25"15,25 0-15,25 0 32,0 25-32,-1 0 15,26 0 1,0 25-1,-26-25-15</inkml:trace>
  <inkml:trace contextRef="#ctx0" brushRef="#br0" timeOffset="692401.3497">20489 17190 0,'0'0'0,"-25"0"0,25-25 31,0 0-31,49 25 31,26 0-15,-50 0 0</inkml:trace>
  <inkml:trace contextRef="#ctx0" brushRef="#br0" timeOffset="692551.3049">20687 17140 0,'50'0'47,"-100"0"-47,125 0 0,-51 0 16,1 0-16</inkml:trace>
  <inkml:trace contextRef="#ctx0" brushRef="#br0" timeOffset="692721.2946">21084 17165 0,'-74'0'32,"148"0"-32,-124 0 15,100 0-15,-25 0 16,24 0-1,-24 0-15</inkml:trace>
  <inkml:trace contextRef="#ctx0" brushRef="#br0" timeOffset="693841.2287">22175 17041 0,'0'0'0,"25"0"15,0 0 1,0 25 15,49-1-31,25 1 31,1-25-15,-1-25-16,-74 25 16,24-49-1,-49 24-15,25 0 16,-25-49-1,0 49 1,-25 25 0,-49 0-1,24 0 1,-24 0 0,24 0-1,-24 50 1,-1-26 15,1 26-31,49-50 16,-74 50-1,74-50-15,-24 24 16,-1 1-16,0 0 31,26-25-15,-1 0-1,25-25-15,-25 0 16,0 25 0,25-24 31,0-1-32,25 25 16,-25-25-15,50 25-16,-1-25 31,-24 0-15,0 1 0,0 24-1,-1 0 16,1 0-15,-25 24 0,25-24-16,25 25 15,-1 0 1,26 25 0,-26-26-1,-49 1 1</inkml:trace>
  <inkml:trace contextRef="#ctx0" brushRef="#br0" timeOffset="697501.0157">12254 17934 0,'-25'0'15,"25"25"17,0-1 61,25-24 32,-25-24-47,0-1-31,0 0-31,0 0-16,0 0 31,0 1-15,0-1 15,0 0-31,24 0 31,1 0-15,-25 1-16,0-1 31,0 0-15,0 0-1,0 0 1,25 1 0,-25-26-1,0 0 1,0 25 0,0 1-1,0-1 1,0 0 15,0 0-15,0 0-1,-25-24 1,25 24-16,0 0 31,0 0-15,0 1-1,0-1 1,0 0 0,0-25-1,0 26 1,0-1 0,25 25-1,-25-25 1,0 0 15,25 25-15,-25-25-1,0 1 1,0-1 78,0 0-63,0 0-31,0 0 16,0 1-16,0-1 31,0 0-31,0 50 219,-25 0-219,0-25 15,25 24 1,-25 1-16,1-25 0,-26 50 31,25-25-31,0-25 0,0 24 31,1 1-15,-1-25-16,50 0 78,-25-25-78,24 1 16,1-1-16,50-50 15,-26 26 1,-24 24 0,0 25 15,0 0-16,0 0 1,-1 0 47,1 25-48,0-25-15,0 0 16,24 74-1,-49-49-15,50 25 16,-50-1 0,25-24-16,0 0 15</inkml:trace>
  <inkml:trace contextRef="#ctx0" brushRef="#br0" timeOffset="699070.9977">11584 18529 0,'-25'0'0,"75"0"250,-26 0-235,1 0-15,25 0 16,49-25 0,-25 0 15,-49 25-31</inkml:trace>
  <inkml:trace contextRef="#ctx0" brushRef="#br0" timeOffset="699540.9671">12179 18380 0,'0'0'0,"-25"0"15,25-25 1,-25 25-16,1 0 31,48 0 47,1 0-62,25 0-16,-25 0 15,0 0-15,-1 0 16,1 0-16,25 0 16,-25 0-1,-1 0-15,1 0 16,0 0 0</inkml:trace>
  <inkml:trace contextRef="#ctx0" brushRef="#br0" timeOffset="699950.9447">12328 18380 0,'-25'0'32,"25"25"15,0 0-16,0 0-31,0-1 31,0 1-15,-25 0-1,25 0-15,0 25 16,25-50-16,-25 24 16,25-24-1</inkml:trace>
  <inkml:trace contextRef="#ctx0" brushRef="#br0" timeOffset="700450.914">12551 18579 0,'-25'0'31,"1"0"-15,24 25 0,-25-25-16,25 24 31,-25-24-31,25 25 16,-25 0-1,25 0 1,0 0 15,0-1-15,0 1-1,-25-25 1,1 25 0,-26-25-1,-24-25 1</inkml:trace>
  <inkml:trace contextRef="#ctx0" brushRef="#br0" timeOffset="702600.7877">11013 17909 0,'0'-25'16,"0"0"187,0 1-187,0-1-1,0 0-15,0 0 16,0-24 0,0-1-1,0 25 1,0-24 0,0 24 15,0 0-31,0 0 0,25 0 15,-25 0 1,0-49-16,0 24 31,0 1-15,0 24 0,0 0-16,0 0 15,25 1-15,-25-1 16,0-25-1,0 25 1,0 1 15,0-1-15,0 0 0,25 0-16,-25 0 31,24 1-31,-24-1 31,0-25-31,25 50 16,-25-49-1,0 24-15,0 0 16,0 0 0,0 0-1,0 50 188,-25-25-187,1 0-16,24 25 0,-25-25 16,0 0-1,0 50 1,0-26-1,1-24 1,24 25 0,0-50 31,0 1-32,24-1 1,-24 0-16,25 25 31,0 0-15,0-25-1,24 25 1,-24 0-16,0 0 31,0 0-15,0 0-1,-25-25-15,25 25 16,-25-24 0,24 24-16,-24 24 31,0 1-15,50 25 15,-50-25-31,74 24 0,-49-24 0,0-25 15,49 50 1,-24-50-16</inkml:trace>
  <inkml:trace contextRef="#ctx0" brushRef="#br0" timeOffset="703270.7474">10170 18430 0,'-25'0'31,"25"25"-15,-25-25 0,50 0 30,0 0-46,0-25 16,49 0 0,1 0-1,-51 25-15,1-25 16</inkml:trace>
  <inkml:trace contextRef="#ctx0" brushRef="#br0" timeOffset="703770.6422">10542 18231 0,'0'0'0,"-25"0"15,25-24 1,50 24-1,-25 0-15,-1 0 16,26 0 0,-25 24-1,0 1 1,-25 25 0,0-1 15,0-24-31,-50 25 0,25-25 15,-24 24 1,-1-24-16,25-25 31,50 0-15,0 0 0,0-25-1,24 25 1,1 0-1,-1 25 1,-24 0 0,0 25-1,0-50-15,-25 24 16</inkml:trace>
  <inkml:trace contextRef="#ctx0" brushRef="#br0" timeOffset="704060.6256">10914 18405 0,'0'-25'16,"-25"0"0,25 1-1,50-1 1,24 0-1,-24 0 1,-1 0 0,1 1-1,0-1 1,-50 0 0,25 25 15</inkml:trace>
  <inkml:trace contextRef="#ctx0" brushRef="#br0" timeOffset="704290.6865">11112 18256 0,'-24'25'16,"123"-75"-16,-174 75 0,26 0 16,49 0-16,0 0 15,0-1 1,0 1-1,0 0 1,-25 49 0,0 1-1,25-25 1,0-26 0</inkml:trace>
  <inkml:trace contextRef="#ctx0" brushRef="#br0" timeOffset="704600.6685">11237 18455 0,'0'-25'0,"0"50"62,-25-1-62,25 1 16,-25-25-16,0 25 16,25 0-16,0 0 15,-25 0 1,25-1 0,-25 1-1,25 0 1,-24-25-16,-1 0 0,0 0 15,-25 0 1,26-25-16</inkml:trace>
  <inkml:trace contextRef="#ctx0" brushRef="#br0" timeOffset="706680.4888">9847 17859 0,'0'25'31,"-24"-25"-15,24-25 155,0 1-171,24-1 16,-24 0 0,0 0-16,25 0 15,-25-24 1,0-1 0,0 1 15,0-1-31,0 25 0,0-25 31,0 26-31,0-26 0,0 0 31,0 1-15,0-1 0,0 25-1,25 1 1,-25-1-1,0-25 1,25 1 0,-25 24-1,0 0 1,0 0 15,0 0-15,25 25-16,-25-49 31,24 24-15,-24 0-16,0 0 15,25 25-15,-25-24 0,0-1 16,0 0 0,0 0-1,0 0 16,0 1 141,-25 24-47,25 24-109,-24 1 0,24 0-16,-50-25 31,0 25-31,1 0 31,-1-1-15,75-24 46,-25-24-62,25 24 16,-25-25-16,49 0 15,-49 0-15,50 0 16,-50 1-16,25 24 16,24-25-16,-24 25 15,0-25 1,-25 50 62,25 0-78,0-1 16,-25 1-1,25-25-15,-1 50 16,51-1-16,-50-49 16,24 50-1,-24-25-15</inkml:trace>
  <inkml:trace contextRef="#ctx0" brushRef="#br0" timeOffset="707320.5081">8806 18430 0,'-25'0'0,"25"-25"15,-25 25-15,25-25 16,25 0 15,0 25-31,-1 0 16,26 0-1,-25 0 1,0-24-16,49-1 16,-49 25-1,0-25 1</inkml:trace>
  <inkml:trace contextRef="#ctx0" brushRef="#br0" timeOffset="707820.4788">9227 18182 0,'0'-25'16,"0"0"-1,25 25 1,0 0 0,-25 25 15,0 0-15,-25 49 15,25-49-31,-25 49 0,1-49 15,24 25 1,-25-25-16,50-25 31,49-25-15,-24 25 0,-26 0-1,1 49 1,0 1-1,-25-25 1,-50 0 0,-24 0-1,0-1 1,-1 1 0,75-50 15,0 1-31</inkml:trace>
  <inkml:trace contextRef="#ctx0" brushRef="#br0" timeOffset="708140.4591">9475 18281 0,'0'-25'31,"25"0"-31,0 1 32,0 24-32,24-25 31,-24 25-31,25-25 0,-25 25 0,-1 0 15,1 0 1,0 0 0,0 0-1</inkml:trace>
  <inkml:trace contextRef="#ctx0" brushRef="#br0" timeOffset="708340.4476">9723 18182 0,'-24'49'47,"48"-98"-47,-48 123 0,24-49 15,24 25 1,-24-1 0,0 1 15,-24-25-31,24-1 31</inkml:trace>
  <inkml:trace contextRef="#ctx0" brushRef="#br0" timeOffset="708690.355">9897 18380 0,'25'0'16,"-25"25"15,0 0-15,-25-25-16,25 25 15,0-1 1,0 1-16,0 0 31,0 0-15,-25 0-1,0 0 1,-24-25 0,-1 0-1,25 0-15,-24-25 16,24 0-16</inkml:trace>
  <inkml:trace contextRef="#ctx0" brushRef="#br0" timeOffset="709140.405">9153 18157 0,'0'-25'15,"0"0"1,0 1 0,25 24-16,0 0 31,-1 0-31,1 0 0,0 0 0,0 0 15,0-25 1,49 0 0,-49 25-1,-25 25 1</inkml:trace>
  <inkml:trace contextRef="#ctx0" brushRef="#br0" timeOffset="709690.3282">9029 17338 0,'-25'25'0,"0"-25"31,0 0-31,1 0 16,-1 0 15</inkml:trace>
  <inkml:trace contextRef="#ctx0" brushRef="#br0" timeOffset="709890.3575">8682 17289 0,'0'0'0,"-25"0"0,0 0 0,-25 0 31,26 0-15,-1 0-1</inkml:trace>
  <inkml:trace contextRef="#ctx0" brushRef="#br0" timeOffset="710110.269">8310 17314 0,'-50'0'16,"25"0"-16,0-25 16,1 0 15,-1 0-31,-25 25 31,25 0-31</inkml:trace>
  <inkml:trace contextRef="#ctx0" brushRef="#br0" timeOffset="710910.2237">5680 17066 0,'0'0'0,"-25"0"0,1 0 15,24-25-15,-25 25 16,50 0 31,-1 0-47,26 0 31,24-25-15,26-25-1,-75 50-15,49 0 16,0 0-16,-24 0 0</inkml:trace>
  <inkml:trace contextRef="#ctx0" brushRef="#br0" timeOffset="711800.1926">6772 17090 0,'0'0'0,"0"25"0,24-25 0,-24 25 31,25-25-31,0 0 16,74-50 0,-24 1-1,-50 24 1,-1 25-16,-24-25 15,0 0 1,0 1 0,0-1-1,0-25 1,-49 25 0,24 25-16,0-24 31,0 24-31,1 0 31,24 24-31,-25 1 16,25 0-1,-25 0-15,0 24 16,25-24-16,-25-25 0,0 75 16,1-26-1,-26 1 1,0-25-1,26-25 1,-1 24-16,0-24 16,-25 0-1,26 0-15,24-24 16,-50-1 0,50-25 15,0 25-31,0 1 0,0-1 15,25 25 1,24-25 0,1 0-1,-25 0 1,0 1 0,-1 24 30,-24 24-46,50 1 16,0 25 0,24-1-1,-24-24 1,-50 0-16,25-25 16,-1 0-16</inkml:trace>
  <inkml:trace contextRef="#ctx0" brushRef="#br0" timeOffset="713760.0534">13717 15925 0,'0'24'32,"25"-24"-32,-50 0 62,25 25-62,-25-25 16,0 25-16,1 0 15,-1-25-15,-50 49 16,51-24-16,-1-25 0,-25 50 16,1-25-1,73-25 16,1-25-15,0 0-16,25 0 16,-26 0-16,1 1 15,25-26 1,-25 0 0,-1 1 15,1 24-31,0 25 78,-25 25-78,25 0 16,0-1-1,-1 1-15,26 0 16,-50 0-16,50 24 15,-26-24-15,26 25 16,0-25 0,-26-25-1</inkml:trace>
  <inkml:trace contextRef="#ctx0" brushRef="#br0" timeOffset="714470.0128">14412 15825 0,'-25'0'78,"0"0"-63,0 25 1,-25-25 0,26 75-1,-1-26 1,25 1 0,0-1-1,0-24-15,49-25 16,1 0-16,0 0 15,-1 0 1,1-49 0,-50-1-1,-25 0 1,25 26-16,-25-51 16,25 50-16,-24 1 0,24-51 31,-50-24-31,50 25 31,-25 74-15,50 0 15,25 0-15,24 0-1,0-50 1,-49 50-1,0 25 1</inkml:trace>
  <inkml:trace contextRef="#ctx0" brushRef="#br0" timeOffset="714989.9803">14610 15949 0,'0'0'0,"-25"0"0,0 0 16,25-24-16,0-1 31,0 0-31,25 25 0,0 0 31,0 0-15,0 0-16,49 0 31,-74-25-31,99 25 16,-74 0-16,25 0 15,-1-25 1,-24 25-1</inkml:trace>
  <inkml:trace contextRef="#ctx0" brushRef="#br0" timeOffset="715259.9641">14784 15974 0,'0'0'0,"-25"0"16,25 25 15,0 0-15,0 0 0,0-1-1,-25-24-15,0 50 16,25-25-16,-25 0 15,25-1-15,0 26 16,0-25 0</inkml:trace>
  <inkml:trace contextRef="#ctx0" brushRef="#br0" timeOffset="715640.0161">14982 16098 0,'0'0'0,"0"-25"15,-25 25 1,25 25-1,0 0-15,0 0 16,-25 24 0,25-24-1,0 0 1,25 0 0,0-25 15,-25 25-31,-25-25 0,0 24 31,-24-24-31,24 25 0,-25-25 16,-24 0-16,49 0 15</inkml:trace>
  <inkml:trace contextRef="#ctx0" brushRef="#br0" timeOffset="716139.9857">15528 15478 0,'-25'-25'0,"0"25"16,25-24-1,0 48 48,0 1-63,0 0 0,-74 49 15,24 50 1,0 25 0,26-50 15,24-49-31,24-25 0,1-25 31,25 0-31,-25 0 0,24 0 16,26 0-16,-26 0 15</inkml:trace>
  <inkml:trace contextRef="#ctx0" brushRef="#br0" timeOffset="716469.8922">15776 15627 0,'0'0'0,"-25"0"47,25 25-16,0 0-15,0-1-16,-25 1 0,0 0 0,1 49 31,-1-49-31,0 50 16,25-51-16,0 26 15,0-25 1,25-25-1,24 0 1</inkml:trace>
  <inkml:trace contextRef="#ctx0" brushRef="#br0" timeOffset="716709.8785">15577 15875 0,'0'0'0,"0"-25"16,0 0-1,25 25 1,25 0 0,24 0-1,-49 0-15,25 0 16,-26 0-16,1 0 0,25-24 15</inkml:trace>
  <inkml:trace contextRef="#ctx0" brushRef="#br0" timeOffset="717019.9349">16098 15553 0,'-25'0'16,"75"0"15,-50 24-31,0 1 15,25 0-15,-25 99 16,0-99-16,-99 99 16,74-75-16,-25 1 0,-148 74 15,123-74-15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6:54:04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6598 1587 0,'0'0'0,"0"-24"0,0-1 16,0 0-16,0 0 31,0 75 0,0-25-15,-25 24-16,0 1 31,25-25-15,0 0-16,0-1 15,0 1-15,25 0 16,-25 49-1,0-24 1,0 24 0,0 26-1,0-76-15,25 51 16,-25-50-16,0-1 16,0 100-16,0 50 31,-50 0-31,26-25 15,-1-25 17,25-100-32,0 51 0,0-50 0,0-1 15,0 51 1,0 24 0,0 0-1,-25 50 1,0-25-1,25-74-15,0 24 16,0-49-16,0 0 0,0 24 16,0 51-1,-25-26 1,1 25 0,24-24 15,0-51-31,-25 51 0,25-50 0,0-1 15,0 26-15,0 24 32,25 1-32,-25 24 31,0 0-15,0-74-16,-25 74 15,25-49-15,0 49 16,0 25-1,-25 0 1,25 25 0,0-25-1,0-99-15,0 99 16,0-99-16,0 24 16,0 75-16,0 75 31,25 24-31,-25 0 15,25 0 17,-1-173-32,-24 124 0,0-125 0,0 1 15,25 148 1,0 26 0,0 24-1,-25 0 1,0 25-1,0-224-15,0 174 16,0-148-16,0-1 0,0 125 16,0 74-1,0-25 1,49 24 0,-24 26 15,-25-223-31,25 148 0,-25-149 0,25 1 15,0 148-15,-1 99 32,1-24-32,0-50 31,0 0-15,-25-198-16,25 148 15,-25-124-15,0 1 0,24 123 16,-24 50-1,25 0 1,-25-49 0,25 49-1,-25-198-15,0 148 16,0-148-16,25 24 16,-25 75-16,25 99 31,-25 0-31,0 50 15,0-249-15,25 125 32,-1-125-32,-24 1 0,25 24 0,0-24 0,25 74 31,-50-99-31,0 74 16,-25 75-1,-99 24 1</inkml:trace>
  <inkml:trace contextRef="#ctx0" brushRef="#br0" timeOffset="2319.7876">6548 4018 0,'-24'0'0,"-1"0"31,0 0-15,-25 0-1,-24 0 1,49 0 0,0 25 15,25 0-31,0 0 0,25-25 15,-50 0 64,50 0-17,-25-25-62,25 25 16,0 0-16,0 0 15,-1-25-15,51 25 16,-50-25-16,24 25 16,50-24-16,75-1 31,0-25-31,49 25 15,-25 1 17,-123 24-32,74-25 0,-100 25 0,26 0 15,73 0 1,51 0 0,24-25-1,-24 25 1,-1-25-1,-173 25-15,124-25 16,-100 25-16,1-24 0,74-1 16,74 0-1,1 0 1,-1 0 0,-24 25 15,-125 0-31,76 0 0,-76 0 0,-24 0 15,74 0-15,25 0 32,50-25-32,-1 1 31,1 24-15,-124-25-16,98 25 15,-123 0-15,25 0 0,74-25 16,0 25-1,0-25 1,25 0 0,-25 25-1,-99 0-15,74 0 16,-74 0-16,-1 0 16,76 0-16,-1 0 31,50 0-31,-25-24 15,25 24 17,-125 0-32,51 0 0,-50 0 0,24-25 15,1 25 1,24 0 0,25 0-1,25-25 1,1 25-1,-76 0-15,100 0 16,-75 0-16,-24 0 0,124 0 16,24 0-1,-74-25 1,-25 25 0,25-25 15,-99 25-31,74 0 0,-74 0 0,25 0 15,49 0-15,50 0 32,0 0-32,-1 0 31,1 0-15,-124 0-16,99 0 15,-74 0-15,-1 0 0,75 0 16,0 0-1,25 0 1,-50 25 0</inkml:trace>
  <inkml:trace contextRef="#ctx0" brushRef="#br0" timeOffset="6849.5226">6424 3994 0,'0'24'0,"-24"-24"125,48 0-31,1-24-94,0-1 15,-25 0 1,50-25-16,-26-24 15,-24 24 17,25-49-32,-25 25 31,25-1-15,-25 50-16,25-24 15,-25 24-15,25 0 16,24 0-1,-24 1 1,25-1 0,-26 0-1,-24 0-15,25 0 16,0 25-16,-25-24 16,25 24-16,-25-50 31,25 25-31,0 0 15,-1 1 17,1 24-32,-25-25 0,25 25 0,-25-25 15,25 0 1,0 25 15,-25-25-31,24 25 16,1-24-1,0 24 1,0 0 0,0 0-1,-1 0 1,26 0 0,0-25 15,-26 25-31,1 0 0,0 0 15,0 0 17,0 0-17,-1 0 1,1 0 0,0 0-1,0 0 1,0 0-1,-25 25 1,24-25 0,1 24-1,25-24 1,24 50 0,-24-25 15,-25 0-31,24-1 15,-24 1 17,0 25-32,24-1 31,1 26-15,0-26-1,-1 1 1,-24 0-1,-25-26-15,25 26 16,-25-25-16,25 0 0,-25 24 16,25 26-1,-1-1 1,1 1 0,-25-26 15,0-24-31,25 25 0,-25-26 15,25 26-15,0 24 32,-1-24-32,1 0 31,25-1-15,-25-24-1,-25 0-15,24 0 16,1-1-16,0 1 15,0 25 1,0-25 0,-1 24-1,1-24 1,25 25 0,-1-26 15,-24 1-31,25 0 15,-25 25 17,-1-50-32,-24 24 0,25-24 15,-25 25 1,25-25 0,-25 25-1,25-25 1,0 25-1,-1-25-15,1 0 16,0 0-16,0 0 16,0 25-1,0-25 1,24 0 0,1 0 15,-25 0-31,24 0 0,-24 0 15,25 0-15,24-25 32,0 0-32,-24 0 31,0-24-15,-50 24-16,24 0 15,1 25-15,-25-25 16,50-24-1,-1 24 1,1-25 0,0 25-1,-50 1 1,24-1-16,-24 0 16,0 0-1,0 0 1,25 1-16,0-26 15,-25 25 17,25 0-32,-25 1 0,0-1 31,25 0-31,-25-25 16,24-24-1,-24 49 1,25-24-1,-25 24 1,0 0-16,25-25 16,-25 26-1,25-26-15,0 0 16,0 1 0,-1-1 15,-24 25-31,25 0 0,-25-24 15,25 24-15,-25-25 32,25-24-32,0 24 31,-1 1-15,1 24-16,0 0 15,-25 0-15,25 1 16,0-1-1,-1 0 1,1 0 0,0 25-1,-25-25-15,25 25 16,-25-24 0,25 24-16,-1-25 31,1 25-31,0-25 15,0 25 17,0-25-32,-1 25 0,1-25 31,0 25-31,0 0 16,0-24-1,-1 24 1,51-25-1,-50 25-15,-1-25 16,1 25-16,-25-25 0,25 25 16,-25-25-1,25 25 1,0-24 0,-1 24 15,1-25-31,0 25 15,0 0 17,0 0-32,24 0 31,1 0-15,-25 0-16,24 0 15,-24 0-15,0 0 16,0 0 15,0 0-31,-1 0 16,1 0-1,0 0 1,0 0 0,0 25 15,24-1-31,-24 1 15,0-25 17,-25 25-32,25-25 31,-1 0-31,26 25 16,-25 0-1,0-25-15,-1 24 16,26 1-1,-25-25 1,0 25 0,-1-25-16,1 25 15,0 0-15,0-25 32,0 24-32,-1 1 31,1 0-31,0 0 15,0 0 17,0-1-32,-25 1 31,24 25-15,1-50-16,-25 49 15,25-49-15,-25 25 0,25 0 16,0 0-1,0 24 1,24-24 0,-24 0-1,-25-50 1,-50 25 0</inkml:trace>
  <inkml:trace contextRef="#ctx0" brushRef="#br0" timeOffset="8029.4503">6449 1637 0,'-25'0'47,"25"25"-16,-24-25-31,-1 25 16,25 0-1,-25-25-15,25 24 0,-50 26 16,26-25-16,-1 0 15,25-50 32,0 0-47,0-49 16,0 49-16,49-25 16,-24 25-16,-25 0 31,75 1-31,-1-1 15,25 0 17,-24 25-32,-51 0 0,1 0 31,0 0-31,0 0 16,24 50-1,51-1 1,24 1-1,-75-50-15</inkml:trace>
  <inkml:trace contextRef="#ctx0" brushRef="#br0" timeOffset="8829.4028">7045 1017 0,'0'0'16,"0"-25"-1,24 0 17,1 25-32,-25-24 0,50 24 31,-50-25-31,25 25 0,24 25 15,1 24 17,-25-24-32,-1 25 0,-24-26 0,0 1 15,0 25 1,0-1-16,-24 26 16,24-50-16,-25-25 15,25-25 16,0-25-15,25 25-16,24-74 16,-24 50-16,25-1 15,24 0 1,-49-24 0,0 24 15,-25 26-31,0-1 31,-25 25 0,0 25-15,-25 49 0,1 0-1,49-49-15,0 25 16,25-25-16,-1-1 15,51 1 1,-1 0 0,1 0-1,-26-25-15</inkml:trace>
  <inkml:trace contextRef="#ctx0" brushRef="#br0" timeOffset="10679.3695">8086 645 0,'-24'0'141,"-1"0"-47,25 25-94,-25-25 15,0 25-15,0-1 16,0 26-1,1 24 1,24-49-16,-25 25 16,25-25-16,0-1 15,49 26 1,1-25 0,49-25-1,-74 0-15,25 0 16,-25 0-16,-1 0 15,1 0 1</inkml:trace>
  <inkml:trace contextRef="#ctx0" brushRef="#br0" timeOffset="11219.2619">8434 620 0,'0'-25'16,"-25"25"62,25 25-47,0 0-15,0 0 0,0 24-16,0 1 15,0 0 1,0-26-16,0 1 15,25 0 1,-1-25 0,1 25-16,0-25 31,-25-25-31</inkml:trace>
  <inkml:trace contextRef="#ctx0" brushRef="#br0" timeOffset="11479.3235">8285 794 0,'0'0'0,"-25"0"0,0 0 15,50 0 32,0-25-31,49 0-16,-49 25 0,49 0 31,-49-25-31,25 25 16,-1-24-1</inkml:trace>
  <inkml:trace contextRef="#ctx0" brushRef="#br0" timeOffset="11879.2989">8657 571 0,'25'0'94,"-25"24"-94,0 1 16,24-25-16,1 50 15,25 24 1,-50-49-16,0 49 16,0-49-16,-50 0 0,1 74 15,-1-49-15</inkml:trace>
  <inkml:trace contextRef="#ctx0" brushRef="#br0" timeOffset="14329.1546">6524 3994 0,'-25'0'125,"0"0"-31,0 0-63,0 0-15,1 0 0,-1 0-1,0 0 1,-25 0-1,26 0 1,-1 0-16,0 24 16,-25-24-1,26 0-15,-1 0 16,-25 0 0,25 0-1,1-24 1,-1 24-1,0 0 17,-25 0-32,1 0 31,-26 0-15,50 24-1,1-24 1,-1 0-16,0 0 15,0 0-15,0 0 16,-49 25 0,24-25-1,-24 25 1,49-25 0,0 0-16,-24 0 15,24 0-15,-25 0 16,-24-25-1,-25 25 17,24-25-32,51 25 0,-26 0 31,25 0-31,25 25 0,-49-25 16,-1 25-1,0-25 1,-49 0-1,25 0 1,49 0-16,-25 0 16,25 0-16,1 0 0,-1 0 15,-50 0 1,51 0 0,-26 0-1,25 0 1,0 0-1,1 0-15,-1 0 32,0 0-32,0-25 0,-49 25 31,24 0-15,1 0-1,-1 0 1,25 0-16,-24 0 15,24 0-15,-25 0 16,-49 0 0,0 25-1,-1 0 1,76-25-16,-51 0 16,50 0-16,1 0 0,-26 0 15,-49 25 1,0-1-1,-1 1 17,1-25-32,74 0 0,-24 0 31,24 0-31,0 0 0,-24 0 16,-26 0-1,25 0 1,26 0-1,-1 0 1,-25 0 0,-24-25-1,-25 25 1,-25 0 0,-25 0-1,0 50 1,124-50-16,-74 0 15,74 25-15,0-25 0,-49 0 32,24 25-32,1-25 31,24 0-15,0 0-1,0-25 1,-24 0-1,24 25 1,-25 0 0,50-25-1</inkml:trace>
  <inkml:trace contextRef="#ctx0" brushRef="#br0" timeOffset="18268.8459">6548 3994 0,'-24'0'0,"-1"0"31,0-25-15,0 25 0,0 25 109,1-25-110,24 24-15,-25 1 0,25 0 16,0 0 0,0 0-1,0-1 1,0 26-1,-25 0 17,-25-1-32,50-24 0,-24 25 31,24-26-31,-25 1 16,25 0-1,-25 0 1,0 24-1,0-24 1,25 25 0,-24-50-16,-1 49 15,0-24-15,0-25 16,0 50 0,1-1-1,-1-24 1,25 0-16,-25-25 15,25 25-15,-25-25 16,25 25 0,-49 0-16,24-1 31,-25 26-15,25-25-1,0 0 1,1-25-16,-26 49 15,25-24 1,0-25-16,1 25 16,-26 0-1,25-1 1,0-24 0,1 0-16,-1 25 15,0-25-15,0 0 31,0 0-15,1 0 0,-1 0-16,0-25 31,0 1-15,0-1-1,1 0 1,-1 25 15,25-25-31,-25 25 16,25-25-16,-50 1 15,26 24-15,-1-25 16,0 0 0,0 0-1,0 0 1,1-24-1,24 24-15,-50-50 32,25 51-32,0-26 0,-24-24 31,24 24-15,25 25-1,0 0 1,0 1-1,0-26 1,0 0 0,-25 1-1,0 24 1,25 0 0,-25 25-16,25-25 15,-24 25-15,24-49 16,-25-1-1,0 1 17,0-26-32,0 50 0,1 1 31,24-1-31,-25 0 0,25 0 16,-25 0-1,0 1 1,25-26-1,-25 0 1,1 26-16,24-26 16,0 25-16,-25 0 0,25 0 15,-25 1 1,0 24 15,25-25-31,0 0 31,-25 25 1,-24-25-32,-1-24 31,25 24-15,-24 25-1,24-25 1,0 0-1,-24 25 1,24-25 0,-25 1-1,1-1 1,24 25-16,0-25 16,0 25-1,0-25 1,-24 0-1,24 1 17,0 24-32,0-25 0,1 25 31,-1 0-15,0 0-1,0 0 1,0 0-1,0 0 1,1 0 0,-1 25-1,0-25 1,0 24 0,0-24-1,1 25 1,-1-25-1,0 25 17,0-25-32,25 25 31,-25-25-15,1 0-1,24 25 1,-25-25-16,0 24 15,0-24 1,25 25 0,-25-25-1,25 25 1,-24 0 0,-1 0-1,25-1 16,-25-24-31,25 50 32,-25 24-32,0-74 0,25 50 31,0-25-31,-24 0 0,24 0 31,0-1-31,-25-24 16,25 25-1,0 0 1,0 0 0,-25 24-1,25 1 1,-25-25 0,25 0-1,-25-25 1,25 24-1,-24 1 32,24 0-31,-25-25 0,25 25 15,-25-25 0,25 25-31,0-1 16,-25-24-1,25 25 1,-25-25 109,1 0-109,24 25-1,-25-25-15,25 25 16,-25-25-16,25 25 47,-25-25-32,25 24 1,-25-24 0,25 25-1,0-50 79,0 1-63,0-1 0</inkml:trace>
  <inkml:trace contextRef="#ctx0" brushRef="#br0" timeOffset="22628.6634">2729 4242 0,'0'0'0,"24"0"0,1 0 16,-25-25 0,25 25-16,-50 0 62,50 0 32,-25-25-94,25 25 0,-25-25 15,0 0 1,0 1 47,25 24-63,24 0 15,-24-25 1,0 0-1,-50 50 95,0 0-95,0-25 1,25 24-16,-24 1 16,-26 0-1,25 25 1,25-26 0,0 1-16,-25 25 15,1-25-15,24-1 16,-25 26-1,0 0 17,0-1-32,25-24 0,0 0 31,-25 0-31,25-1 16,-25 1-1,1 0 1,-1 25-1,0-1 1,0-24 0,25 0-16,-49 0 15,49 0-15,-25-25 16,0 49 0,0-24-1,-24 25 1,24-26-1,0 1 17,0 0-32,0 0 31,1 0-15,-26-1-1,25 1 1,0 0-1,1-25 1,-1 25 0,0-25-1,-25 0 1,26 0 0,-1 0-1,-25 0 1,25 0-1,1-25 17,-1 25-32,25-25 0,-25 25 31,0 0-31,25-25 16,-25 25-1,1 0 1,-1-24-1,0 24 1,0 0 15,25-25-31,-25 25 16,0-25 0,1 25 15,24-25-16,-25 25 1,25-25 0,-25 25-1,25-24 1,-25 24 0,0-25-1,25 0 1,-24 25-16,24-25 15,-25 0-15,25 1 16,-25 24 0,25-25-1,0 0 1,-25-25 0,0 25-1,1-24 1,-1 24-1,0 0 17,0 25-1,25-25-15,0 1-1,0-1 1,0 0 31,0 0-32,0 0 17,0 1-17,0-1 16,0 0 1,0 0-1,-25 25-31,25-25 31,-24 25 0,24-24 63,-25 24-78,25-25-1,-25 25 1,25-25 31,0 0-16,0 0-15,25 25-1,-25-24 1,25 24 0,-25 24 46,24-24-62</inkml:trace>
  <inkml:trace contextRef="#ctx0" brushRef="#br0" timeOffset="23098.6411">1662 4316 0,'-25'0'16,"25"-25"30,-25 25-14,0 0-32,1 0 15,-1 0 1,-25 0 0,-24 0-16,24 0 31,-24 0-16,-25 0 1,49 25 0,25-25-16,-24 25 15,24-25-15,0 0 16,-74 0 0</inkml:trace>
  <inkml:trace contextRef="#ctx0" brushRef="#br0" timeOffset="25718.4531">967 8781 0,'0'0'0,"-24"0"0,-1 25 16,0-25-1,50 0 64,0 0-1,-1 0-63,1 0 1,0 0-16,25-25 16,74 0-16,49 0 31,-123 25-31,99-25 15,-75 25-15,75 0 16,49-24 0,1-1-1,24 0 1,25 0 0,-198 25-16,123-25 15,-73 25-15,48-24 16,51-26-1,-26 25 17,1 25-32,99-49 31,-199 49-31,125-50 16,-50 50-16,74-50 0,75 26 31,-26-1-16,1 0 1,-74 0 0,-125 25-16,75 0 15,-99-25-15,24 25 0,100-24 16,123-1 0,1 0-1,0 0 1,-224 25-16,124-25 15,-123 25-15,-26-24 0,125-1 32,49 0-32,-24 0 31,-1 0-15,1 0-16,24 25 31,-174 0-31,100 0 15,-74 0-15,-26 0 0,150-24 16,74 24 0,-1-25-1,-24 0 1,-49 0 0,-125 0-16,75 25 15,-74 0-15,-26-24 0,150 24 16,24-25-1,25-25 17,0 50-32,0-25 31,-198 25-31,123-24 16,-123 24-16,-1 0 0,125 0 0,25 0 31,-51-25-16,26 25 1,-149 0-16,74-25 16,-74 25-16,24 0 0,26 0 15,-50-25-15,148 25 16,-148-25 0,99 1-16,0 24 15,-25 0 1,-49 0-1,-25 0-15,0 0 32,-1 24-32,1-24 0,-50 0 31,-74 0-31</inkml:trace>
  <inkml:trace contextRef="#ctx0" brushRef="#br0" timeOffset="26948.4082">6276 7193 0,'0'-24'15,"0"-1"16,24 25-15,-24-25 0,25 25-16,-25-25 31,25 25-15,0-25-16,0 25 31,-1 0-16,-48 0 17,24 25-17,-25-25-15,-25 75 16,25-51 0,-24 51-16,-50 24 15,24-25 1,26-24-1,73-75 17,1 0-32,50-74 31,-26 0-15,26 0-16,-75 74 0,49-25 31,-49 26-31,25 24 0,-25-25 15,25 25-15,0 0 63,-1 0-47,1 0-16,0 25 15,0-1-15,49 26 16,-49-25-1,25 24-15,49 1 32,-25-25-32</inkml:trace>
  <inkml:trace contextRef="#ctx0" brushRef="#br0" timeOffset="28748.3031">7417 6995 0,'0'-25'15,"24"25"-15,-24 25 141,0 0-126,0 0-15,0-1 16,0 1-16,0 0 16,0 49-1,0 26 1,0-1 0,-24-74-16,24 49 15,-25-49-15,25 0 0,0 24 16,0 26-1,25-1 17,-1-24-32,-24-1 31,0 1-15,25-1-16,-25 26 31,0-50-16,0 24 1,0-24 0,0 0-1,0 0 1,25 0 0,-25-1 15,0 1 31,-50-25-46,50-25 0,0-24-16,0 24 15</inkml:trace>
  <inkml:trace contextRef="#ctx0" brushRef="#br0" timeOffset="29398.2661">7392 6896 0,'-25'0'47,"25"25"-16,0-1-15,0 1-16,0 0 15,-25 49 1,0-49-1,1 0 17,-1-25-17,25-25 1,0 0 0,25-49-16,-1 24 31,1 50-31,-25-24 15,25 24-15,0 0 0,0 0 16,-1-25 0,26 25-1,-25 0 1,0 49 0,-25-24-16,49 0 15,-24 0-15,0 0 0,0-1 16,24 1-1</inkml:trace>
  <inkml:trace contextRef="#ctx0" brushRef="#br0" timeOffset="30618.1911">8483 6821 0,'25'0'0,"-25"25"172,-25 0-172,25 0 16,-25 24-16,25 26 31,0-26-16,0-24-15,50 74 16,-50-74-16,25 50 16,0 49-1,-1 0 1,-24-25 0,0-74-16,25 24 15,-25-24-15,0 25 16,0-1-1,0 26 17,0-26-32,25 1 31,-25-25-31,0 24 16,0-24-16,0 0 0,0 0 31,0 0-16,0-1 1,0 1 0,0-50-1,-50 1 1,26-76 0,-1 76-16</inkml:trace>
  <inkml:trace contextRef="#ctx0" brushRef="#br0" timeOffset="31218.167">8310 6945 0,'24'-24'15,"1"24"-15,-25-25 0,0 0 16,0 0-1,0 0 17,-49 50-32,24 50 31,25-51-31,-25 1 16,0 0-16,25 0 0,0-50 46,50 0-30,24-74 0,-49 74-16,0-25 15,0 26-15,-25-1 0,24 0 16,1 25 31,-25 25-32,0 0-15,25-25 0,0 74 32,-25-49-32,25 0 0,-1 0 0,1 49 31,0-24-31</inkml:trace>
  <inkml:trace contextRef="#ctx0" brushRef="#br0" timeOffset="32068.1238">9599 6747 0,'25'0'16,"-25"25"109,0-1-125,0 1 16,0 0-16,0 0 0,0 49 31,25 1-16,-25-50-15,0 74 16,0-74-16,25 49 16,-25 50-1,25-25 1,-25 0 0,0-74-16,0 50 15,0-51-15,0 1 0,0 25 16,0 24-1,0 1 17,24-26-32,-24 1 31,0-75-15,25 25-16,-25-50 31,0 26-16,-49-26 1,24 25 0</inkml:trace>
  <inkml:trace contextRef="#ctx0" brushRef="#br0" timeOffset="32678.0703">9599 6821 0,'-24'0'31,"-1"0"1,25 25-32,-25-25 0,0 50 15,0-50-15,1 25 16,-1-1-1,25-48 32,0-1-31,0-25 0,0 25-16,49-49 0,-24 49 15,-25 0 1,50 0-1,-25 25 1,-1 0 0,1 0-1,0 0-15,0 0 32,-25 50-17,49 0 1,1-1-1,-50-24-15,50 0 32,-26-25-32,1 25 0,0-25 0</inkml:trace>
  <inkml:trace contextRef="#ctx0" brushRef="#br0" timeOffset="33317.9605">10790 6672 0,'0'-24'31,"-25"24"-31,25-25 16,0 0-16,0 50 62,0 0-62,25-25 16,-25 24-16,25 26 15,-25-25-15,25-25 0,-25 74 16,24 26 0,1 48-1,-25 1 1,25-25-1,-25-99-15,0 49 32,0-24-32,0-25 0,0 24 0,25 51 31,-25-51-15,25-24-16,-1-25 31,-24-25-16,25 0 1</inkml:trace>
  <inkml:trace contextRef="#ctx0" brushRef="#br0" timeOffset="33947.9992">10716 6697 0,'-25'25'62,"0"0"-46,0 0 0,-24 49-16,-1-49 31,25 0-15,25-50-1,25 0 1,0-25-1,0 26-15,49-26 16,-74 25-16,50 0 16,-1 1-1,-24 24 1,0 0 0,0 0-1,-1 0-15,1 24 16,-25 1-1,25 0-15,25 25 32,-26-1-32,1-24 31</inkml:trace>
  <inkml:trace contextRef="#ctx0" brushRef="#br0" timeOffset="35777.8117">5209 7193 0,'-25'0'0,"25"-24"16,0-26 0,0 25-1,25 25 16,-25 25 141,0 0-172,0 0 16,0-1-16,0 26 16,0-25-16,0 49 15,0-49-15,0 0 0,0 24 16,0-24-16,0 74 15,0-74 1,25 25 0,-25 24-16,0 25 31,0-49-15,0-25-16,0 24 0,0-24 15,0 0 1,0 50-1,0-26 1,0 1 0,0-25-1,0-1 1,0 26 0,0-25-1,0 0 1,0-1-1,0 1 17,0 0-32,0 0 31,0 0-15,0-50 15,0-25-16,0 25-15,0-49 16</inkml:trace>
  <inkml:trace contextRef="#ctx0" brushRef="#br0" timeOffset="36427.7957">5209 7169 0,'25'0'0,"-25"-25"0,-25 25 62,0 0-62,0 25 16,1-25-16,-26 49 16,0 1-1,1-1 1,24-24-1,25 0-15,-25-25 32,50-25-17,-25 0 1,25-24 0,0-50-16,-1 24 31,-24 50-16,25 25-15,0 0 16,0 0 0,0 0-1,-1 25 1,1 0 0,25 49-1,-25-49-15,24 50 16,-49-51-1,50 1-15,-25 25 32</inkml:trace>
  <inkml:trace contextRef="#ctx0" brushRef="#br0" timeOffset="37257.7654">4440 7268 0,'0'-25'0,"0"0"16,-25 25-1,25-25 1,0 1 0,25-1-16,-25 50 140,-25-25-140,25 24 0,0-48 94,-25 24-47</inkml:trace>
  <inkml:trace contextRef="#ctx0" brushRef="#br0" timeOffset="38097.7107">4068 7218 0,'0'0'0,"25"0"15,0-25 1,-50 25 15,0 0-15,25 25 46,0 0-62,0 0 32,0 0-32,0-1 0,0 1 15,0 25 1,25 24 0,0 25-16,-1-24 31,1 24-16,-25-74-15,0 49 16,0-24-16,0-1 16,25 51-1,0-26 1,-25 1 0,0-1-1,25-74-15,-25 50 16,0-26-1,0 1-15,0 0 32,0 0-32,0-50 47,0 0-47,0 50 46,0-50 1,0 0-47,-25 1 16,0-51 0</inkml:trace>
  <inkml:trace contextRef="#ctx0" brushRef="#br0" timeOffset="38767.7102">4118 7193 0,'-25'0'31,"0"0"-31,0-24 16,0 24-1,1 0-15,-1 74 32,0 0-32,0 1 31,0-26-15,50-73 15,-25-1-16,0-50 1,25-24 0,-25 74-1,25 25 48,0 0-48,-1 0 1,1 25 0,0 0-16,25 0 0,-1 0 15,1-1 1,-1 1 0,-24-25-16,0 0 31</inkml:trace>
  <inkml:trace contextRef="#ctx0" brushRef="#br0" timeOffset="40027.6353">3125 7317 0,'0'0'0,"0"-24"16,0-1-16,0 0 15,0 50 32,-24-25-31,24 25 0,-25-25-16,25 24 109,0 1-93,0 0-1,0 25-15,0 49 16,0 0-1,0 25 17,0-99-32,0 49 0,0-49 0,0 0 15,0 74 1,0 25 0,0-49-16,-25-1 31,25-24-16,0-1 1,0-24-16,25 49 16,-25-49-1,25 0-15,-25 25 16,0-26 15,0 1 0,0 0-31,0 0 32,0-50 15,0 0-47,-25 25 0,25-25 0,-25-49 31,25 49-31,0-49 15,0-1 1</inkml:trace>
  <inkml:trace contextRef="#ctx0" brushRef="#br0" timeOffset="41027.576">3125 7218 0,'0'25'16,"-24"0"62,24 0-78,-25-25 16,25 24-16,-75 51 15,26-26 17,-1 1-32,25-25 31,25 0-15,0-50 15,0 0-16,0-25 1,-24 50 0,24-24-1,0-1 1,24 0 0,26-25-1,0 1 1,-26 49-1,1-25 17,-25 50 61,25-25-77,-25 25 15,25-25 94,-25 24-125,49 1 16,1 0 0,-25 0-16,49 24 0,-49-24 0,-25 0 15,74 25 1,-49-1-1,-25-24-15</inkml:trace>
  <inkml:trace contextRef="#ctx0" brushRef="#br0" timeOffset="42577.4133">2009 7441 0,'0'0'0,"25"0"16,-25-24 15,-25 24-31,0 0 16,1 0 0,-1 0 93,25 24-47,0 1-46,0 0-16,0 49 16,0 1-1,0-50-15,0 24 16,0-24-16,0 49 16,0 1-1,0 24 1,0-24-1,-25-1 17,25-24-32,0-26 0,25 51 15,-25-50 1,25-1 0,-25 26-16,24 0 31,-24-1-16,0-24 1,0 0 0,0 0-1,0-1 1,0 1 15,0 0-15,0 0-1,0 0 95,0-1-110,0-48 62,0-1-62,-24 0 0,-1-25 16</inkml:trace>
  <inkml:trace contextRef="#ctx0" brushRef="#br0" timeOffset="43447.4335">1960 7516 0,'0'0'0,"0"-25"16,24 0-1,-48 25 64,-1 25-64,0 0 1,0 0-16,-49 24 15,-1 26 1,51-26 0,-1-24-1,25-50 1,0 0 0,49-24-1,1-1 1,0 1-1,-26 24 17,1 0-32,-25 0 15,25 25 17,-25-25-32,25 50 140,-25 0-124,49-25-16,-49 25 0,100 49 15,-26 1 17,0-1-32</inkml:trace>
  <inkml:trace contextRef="#ctx0" brushRef="#br0" timeOffset="45127.334">6375 8756 0,'-25'0'0,"0"-25"46,0 25-30,1 0 15,-1 0-31,0 25 16,0 25 0,0-1-1,25-24-15,0 0 16,0 0-1,0-1-15,25-24 32,50 0-32,24 0 15,0-24 17,-49-26-32,-26 0 31,-24 1-16,-24-1 1,-26 1 0,0 24-1,26 25-15,-1 0 16,0 0-16,0 25 0,-24-25 16,-1 74-1,25-24 1</inkml:trace>
  <inkml:trace contextRef="#ctx0" brushRef="#br0" timeOffset="45697.3042">7392 8508 0,'0'0'0,"-25"0"0,0 0 31,0 0-15,25-25 15,25 25-31,50-25 16,49 1-1,24-1 17,-98 0-32,0 25 0,-26 0 0</inkml:trace>
  <inkml:trace contextRef="#ctx0" brushRef="#br0" timeOffset="45917.2917">7640 8458 0,'0'0'0,"-25"0"16,0 0 0,0 0-1,25 25 1,0 50 0,-24 24-1,24-74-15,-25 49 16,25-49-1,0 24-15,0 1 16</inkml:trace>
  <inkml:trace contextRef="#ctx0" brushRef="#br0" timeOffset="46267.2676">8136 8632 0,'0'0'0,"-25"0"0,0 0 16,-49 0 0,24 25-1,50 24 1,50-24-1,24 25 17,-74-25-32,25-1 0,0 1 0,-25 0 15,-74 0 17,-1 24-32,1-49 31,24-49-31</inkml:trace>
  <inkml:trace contextRef="#ctx0" brushRef="#br0" timeOffset="46917.1753">8359 8558 0,'0'0'0,"0"-25"47,0 0-32,0 0 1,25 25 0,0-25-16,24 50 15,-24 25 17,0-1-32,-25 26 31,-74-26-16,74-24-15,-25 0 16,25-50 15,49-24-15,26 49 0,-26-25-1,1 50 1,-50-1-16,50 1 15,-26-25 1,1 0 0</inkml:trace>
  <inkml:trace contextRef="#ctx0" brushRef="#br0" timeOffset="47147.215">8682 8458 0,'0'0'16,"-25"0"-16,0 0 16,25-24-1,25 24-15,0-25 16,-1 25-16,51-25 16,-50 25-16,-1 0 15,1 0 1</inkml:trace>
  <inkml:trace contextRef="#ctx0" brushRef="#br0" timeOffset="47317.2077">8855 8384 0,'-25'0'0,"25"25"15,-24 0 17,24 24-32,24 26 31,1-26-16,-25-24-15,0 0 16,0 0-16,0-1 0</inkml:trace>
  <inkml:trace contextRef="#ctx0" brushRef="#br0" timeOffset="47617.1892">9103 8607 0,'0'0'0,"-24"0"0,-1 0 0,0 0 15,0 0-15,25 25 32,0 25-32,0-26 0,50 26 31,-50-25-31,25-25 15,-1 49 1,1-24 0,-25 0-1,-25-25-15,1 25 16,-1-25-16,0 0 0,-50 0 16,1-25-1</inkml:trace>
  <inkml:trace contextRef="#ctx0" brushRef="#br0" timeOffset="48247.1501">9723 8434 0,'0'0'0,"-24"0"0,-1 0 0,25-25 15,0 0 1,25 25 0,24-25-16,-49 0 0,50 25 31,-25 0-31,-1 25 15,1 0 1,-25 49 0,-25-24-1,25-25-15,-24 0 16,-1-1-16,25 1 31,25-25-31,49 25 16,-24 25-1,-26-26 17,-24 1-32,-24 0 0,24 0 0,-50-25 15,0 25-15,-49-1 32,50-48-32,24-1 15</inkml:trace>
  <inkml:trace contextRef="#ctx0" brushRef="#br0" timeOffset="48467.1366">10021 8458 0,'0'0'0,"0"-24"0,25-1 16,25 0-1,-1 0 17,1 25-32,-25 0 15</inkml:trace>
  <inkml:trace contextRef="#ctx0" brushRef="#br0" timeOffset="48647.1279">10195 8334 0,'0'25'0,"-25"-25"0,25 25 16,-25 25-1,25 24 1,0-49-16,25 49 16,-25-49-1,0 0-15,0 24 16,-25-24-1</inkml:trace>
  <inkml:trace contextRef="#ctx0" brushRef="#br0" timeOffset="48947.1087">10468 8582 0,'0'0'0,"-25"0"0,0 0 0,0 0 16,0 50-1,25 0 1,50-1 0,24-24-1,-74 0-15,25 0 16,-25-1-1,-49 1-15,-26-25 32,1 25-32,-1-75 15</inkml:trace>
  <inkml:trace contextRef="#ctx0" brushRef="#br0" timeOffset="49377.0831">10939 8285 0,'-25'0'0,"0"25"0,0-1 31,-24 26-16,49-25 1,25-25 0,49 0-1,0-25 1,1 25 0,-26 0-1</inkml:trace>
  <inkml:trace contextRef="#ctx0" brushRef="#br0" timeOffset="49577.076">11038 8235 0,'0'0'0,"-25"0"0,0 0 16,25 25-16,0 25 31,0 49-16,0 0 1,50-25 0,-50-24-1</inkml:trace>
  <inkml:trace contextRef="#ctx0" brushRef="#br0" timeOffset="49867.0542">11237 8310 0,'0'0'0,"-25"0"0,50 0 31,24 0-15,-24 0-16,74-25 15,-74 25-15,25 0 16,-26-25 0,1 0-1</inkml:trace>
  <inkml:trace contextRef="#ctx0" brushRef="#br0" timeOffset="50047.0434">11435 8260 0,'0'0'0,"-25"25"15,0-25-15,25 25 32,0-1-32,0 26 0,0-25 0,0 0 15,25-1 1,-25 1-16,0 74 15,0-74-15,0 0 16</inkml:trace>
  <inkml:trace contextRef="#ctx0" brushRef="#br0" timeOffset="50317.0283">11633 8483 0,'0'0'0,"-24"0"0,-1 0 0,0 0 32,0 25-32,25 0 0,0 24 15,0-24 1,25 0 0,0 25-16,0-26 31,-25 26-16,-25-25 1,0-25-16,-25 0 16,26 0-16,-26-25 15</inkml:trace>
  <inkml:trace contextRef="#ctx0" brushRef="#br0" timeOffset="50866.9951">12725 7020 0,'-25'0'0,"0"0"0,50 0 31,49 0-15,26 0-1,-51 0 1,-24 0 0,0 0-1</inkml:trace>
  <inkml:trace contextRef="#ctx0" brushRef="#br0" timeOffset="51016.9865">13196 7020 0,'0'0'0,"-25"0"0,0 0 32,1 0-32,24-25 0,49 25 31,-24 0-31,74-25 15</inkml:trace>
  <inkml:trace contextRef="#ctx0" brushRef="#br0" timeOffset="51176.9783">13742 6945 0,'0'0'0,"-25"0"0,25-24 47,25-1-31,24 25-16</inkml:trace>
  <inkml:trace contextRef="#ctx0" brushRef="#br0" timeOffset="51596.952">15255 6697 0,'0'0'0,"25"0"0,-1 0 16,51-25-1,-50 25-15,24-24 16,-24 24-16,0 0 0,0-25 16</inkml:trace>
  <inkml:trace contextRef="#ctx0" brushRef="#br0" timeOffset="52926.8734">1439 8086 0,'0'0'0,"-25"0"15,0 0-15,0 25 0,-24 0 16,24-25-16,0 0 15,0 0-15,0 0 32</inkml:trace>
  <inkml:trace contextRef="#ctx0" brushRef="#br0" timeOffset="53126.7863">819 8210 0,'0'0'0,"-25"0"0,0 0 0,0 0 15,-74 0 1,74 0-16,-24 0 16,24 0-16,0 0 0,-25 0 15,1-24-15</inkml:trace>
  <inkml:trace contextRef="#ctx0" brushRef="#br0" timeOffset="53266.8546">248 8285 0,'0'0'0,"-25"25"0,0-1 32,-24 1-32,24-25 31,0 0-31</inkml:trace>
  <inkml:trace contextRef="#ctx0" brushRef="#br0" timeOffset="54116.8038">5407 8682 0,'0'0'0,"-24"0"0</inkml:trace>
  <inkml:trace contextRef="#ctx0" brushRef="#br0" timeOffset="55416.7295">4961 8706 0,'25'0'31,"-50"0"469,25 25-484,-25-25 15,0 0-15,25 25-16,-24-25 0,-1 0 15,0 0-15,75 0 141,-26 0-141,1 0 16,0 0-1,-25-25-15,25 25 0,0 0 0,-1 0 16,1 0-16,-25-25 15,25 25-15,0 0 0,0 0 16,-25-24 0,24 24-16</inkml:trace>
  <inkml:trace contextRef="#ctx0" brushRef="#br0" timeOffset="55766.7056">5308 8632 0,'0'-25'0,"0"0"31,25 25 0,0 0 16,0 0-31,-1-24-16,1 24 0,0-25 15,0 25-15,24 0 32,-24 0-32,-25-25 0,50 0 31</inkml:trace>
  <inkml:trace contextRef="#ctx0" brushRef="#br0" timeOffset="55996.698">5432 8533 0,'0'0'16,"0"25"-16,-25-25 15,25 24 16,0 51 1,25-1-32,-25 25 15,0-49 17,0-25-32</inkml:trace>
  <inkml:trace contextRef="#ctx0" brushRef="#br0" timeOffset="56296.6746">5655 8731 0,'-24'25'31,"-1"-25"-31,25 25 16,0 0 0,0-1-1,0 1-15,25 0 32,-25 25-32,-25-1 31,-25 1-16,1-25 1,24-25-16,0 0 0</inkml:trace>
  <inkml:trace contextRef="#ctx0" brushRef="#br0" timeOffset="57166.6239">3820 8855 0,'-50'0'172,"75"0"-94,0 0-62,0 0-1,0 0-15,-1 0 16,1 0-1,0-25-15</inkml:trace>
  <inkml:trace contextRef="#ctx0" brushRef="#br0" timeOffset="57616.5967">4018 8706 0,'0'25'0,"0"-50"31,25 25-15,0-24-16,0 24 16,0 0-1,-25 24 1,24 1-1,-24 0-15,0 0 32,0 0-32,-74-1 0,0 51 15,24-26 17,25-49-32,50 0 31,0-24-16,24 24 1,26 0 0,-26 24-1,1-24 1,-25 25 0</inkml:trace>
  <inkml:trace contextRef="#ctx0" brushRef="#br0" timeOffset="57896.5813">4266 8682 0,'0'-25'16,"0"0"0,25 25-1,0-25 1,25 0 0,-1 25-1,-24 0 1</inkml:trace>
  <inkml:trace contextRef="#ctx0" brushRef="#br0" timeOffset="58076.5706">4341 8657 0,'-25'25'0,"25"-1"16,0 1 15,25 0-16,0 25 1,-25-1 0,0 1-1,0-25 1</inkml:trace>
  <inkml:trace contextRef="#ctx0" brushRef="#br0" timeOffset="58376.5512">4514 8855 0,'-24'0'63,"24"25"-63,0 0 0,0 0 31,0-1-31,0 1 16,0 0-16,0 25 15,24-50-15,-24 25 16,0-1 0,-49 1-1,-1-25 1</inkml:trace>
  <inkml:trace contextRef="#ctx0" brushRef="#br0" timeOffset="58966.5176">2580 9227 0,'0'0'0,"0"25"0,-25-25 16,50 0 31,-1 0-32,-24-25-15,50 1 32,25-1-32,-26 0 15,-24 0 1</inkml:trace>
  <inkml:trace contextRef="#ctx0" brushRef="#br0" timeOffset="59416.4916">2778 9103 0,'25'0'15,"-25"-24"-15,25-1 16,24 0-1,1 0 17,-25 25-32,0 25 15,-25 0 17,0 49-32,-25-49 31,25 0-16,0 0 1,25-1 0,-1 1-1,1-25 1,-25 25 0,-49 25-1,-26-26 1,75 1-16,-49 0 15,24-25-15,0 25 16,0-25 0</inkml:trace>
  <inkml:trace contextRef="#ctx0" brushRef="#br0" timeOffset="59696.4743">3150 8930 0,'0'-25'31,"25"25"-31,0 0 16,-25-25-16,74 0 15,-49 0 17,25 25-32</inkml:trace>
  <inkml:trace contextRef="#ctx0" brushRef="#br0" timeOffset="59896.4615">3274 8905 0,'-25'0'0,"25"25"16,-24-25 0,24 49-1,0 26 1,0-1 0,0 1-1,0-51 1,0 1-16</inkml:trace>
  <inkml:trace contextRef="#ctx0" brushRef="#br0" timeOffset="60196.444">3448 9054 0,'0'25'31,"-25"-1"-15,25 1-1,-25-25 1,0 25 0,25 0-1,25 24 1,-25-24-1,-49 25 17,-26-25-32,50-25 15</inkml:trace>
  <inkml:trace contextRef="#ctx0" brushRef="#br0" timeOffset="61146.388">1116 9376 0,'0'0'0,"25"0"109,25 0-93,-50-25-16,24 25 0,51-24 15,24-1 1,-74 0-1</inkml:trace>
  <inkml:trace contextRef="#ctx0" brushRef="#br0" timeOffset="61466.3702">1488 9153 0,'0'0'0,"0"25"47,0 0-32,0-1 1,-25-24 0,25 25-1,25-25 1,25-25-1,-25 25-15,49-24 32,-49 24-32,25-25 0,-26 25 15,-24-25 1</inkml:trace>
  <inkml:trace contextRef="#ctx0" brushRef="#br0" timeOffset="61676.3576">1612 9103 0,'0'0'16,"0"25"-16,0 0 15,0 0 1,25 24 0,0 51-1,0-26 1,-25-24-1,-25-1 17,0-49-32</inkml:trace>
  <inkml:trace contextRef="#ctx0" brushRef="#br0" timeOffset="61966.3402">1786 9004 0,'25'0'62,"0"0"-62,-25-25 0,49 25 32,1-49-32,-25 49 15</inkml:trace>
  <inkml:trace contextRef="#ctx0" brushRef="#br0" timeOffset="62166.3276">1885 9029 0,'0'0'16,"0"25"-16,-25-25 0,1 25 15,24-1 1,24 1 0,1 25-1,-25 24 1,25 1-1,-25-26 1</inkml:trace>
  <inkml:trace contextRef="#ctx0" brushRef="#br0" timeOffset="62526.3071">2183 9128 0,'-25'0'0,"0"25"16,25 0 15,0 0-15,0-1-16,-25 26 15,25 0 17,25-26-32,-25 1 31,0 0-16,-99 25 1</inkml:trace>
  <inkml:trace contextRef="#ctx0" brushRef="#br0" timeOffset="174889.5953">6672 5904 0,'0'0'0,"-24"0"0,-1 0 15,0 0 251,0 0-266,25 24 16,-25 1-1,1 50-15,24-26 32,0 1-17,0-25-15,24-1 16,-24 1-16,25-25 0,0 0 15,25 0 1,-26-49 0,1-26-1,0 1 1,-25 49-16,0-49 31,0 49-31,-25 0 0,25-25 16,-25 1-1,25-1 1,0 0 15,25 26-31,0 24 32,25-25-17,-26 25 1,26 0-1</inkml:trace>
  <inkml:trace contextRef="#ctx0" brushRef="#br0" timeOffset="175239.6463">6921 5879 0,'24'0'47,"-24"-25"-47,25 25 0,0-25 15,49 0 1,1 25 0,24-25-1,-49 25 1,-26 0 0</inkml:trace>
  <inkml:trace contextRef="#ctx0" brushRef="#br0" timeOffset="175459.6357">7094 5854 0,'0'0'0,"-25"25"16,25 0 31,25-25-47,0 49 15,-25 26 1,0-51-16,0 26 16,0-25-16,0 0 15</inkml:trace>
  <inkml:trace contextRef="#ctx0" brushRef="#br0" timeOffset="175769.5414">7417 6003 0,'0'0'0,"-25"0"0,25-25 0,-25 25 32,0 0-32,0 0 15,25 25 1,0 0-16,0-1 15,0 1-15,0 0 16,25 25 0,0-1-1,-25-24 1,0 0-16,-50-25 31,26 0-31,24 25 0,-50-25 0,-24 0 16,49 0-1</inkml:trace>
  <inkml:trace contextRef="#ctx0" brushRef="#br0" timeOffset="176139.5947">7714 5556 0,'-25'0'16,"1"0"-1,24 25 16,0 0-15,0 49-16,-25 25 31,25-24-31,0-1 32,25-24-17,24-50 1,-24 0-16</inkml:trace>
  <inkml:trace contextRef="#ctx0" brushRef="#br0" timeOffset="176389.5088">8037 5606 0,'0'0'0,"-25"0"0,25 25 47,0-1-47,0 1 0,0 25 31,0-25-31,0 24 16,0-24-16,25 0 16,24-25-1,1-25 1</inkml:trace>
  <inkml:trace contextRef="#ctx0" brushRef="#br0" timeOffset="176569.4948">7913 5730 0,'0'0'15,"-25"0"-15,50 0 16,24-25-1,-24 25 1,50-25-16,-51 25 16,1 0-1,-25-25-15</inkml:trace>
  <inkml:trace contextRef="#ctx0" brushRef="#br0" timeOffset="176839.5554">8334 5507 0,'0'24'31,"0"1"-31,25-25 0,0 50 15,0 24 1,-25 25 15,0-74-31,-75 25 16,26-25-16,-1 0 16</inkml:trace>
  <inkml:trace contextRef="#ctx0" brushRef="#br0" timeOffset="182039.2465">819 12452 0,'-25'0'16,"0"25"-16,0-25 31,50 0 16,0 0-32,0 0 95,-1 0-110,1 0 31,0 0 16,0 0-32,-25-25 1,49 25-16,26-25 31,-26 25-31,-24 0 16,25 0 0,-25 0-16,-1 0 15,26 0-15,24-25 31,1 25-15,-1-24 0,-49 24-16,124-25 15,-124 25 1,124 0-16,24-25 16,-74 25-1,-24 0 1,-50 0-16,49-25 15,-49 25 1,0-25-16,99 25 0,49-24 31,1 24-31,0 0 32,-75-25-17,-74 25-15,49 0 16,-49 0-16,24-25 0,1 25 15,99 0 1,0-25 0,49 25-1,-24-25 1,-149 25-16,74 0 16,-50-25-1,-24 25-15,50 0 0,73-24 16,26 24-1,24 0 1,-24 0 15,-25 0-31,-124 0 16,74-25 0,-74 25-16,49-25 15,100 0-15,74 25 31,-25-25-15,-198 25-16,99 0 16,-99 0-16,0 0 0,24 0 15,50 0 1,50 0 0,25 0-1,-1 0 1,-148 0-16,75 0 31,-76 0-31,1 0 0,25 0 0,24 0 31,25 0-31,25 0 32,0 0-17,-24 0 1,-76 0-16,76 0 15,-76 0-15,51-24 16,24-1 0,0 0-1,1 25 1,24 0 0,-100 0-1,76 0-15,-76 0 16,51 0-16,-26 0 15,1 0 1,0 0 15,-26 0-31,51-25 16,-50 25-16,-1 0 0,51 0 16,24 0-1,-25 0-15,1 0 31,-25-25-15,24 25 0,-24 0-16,74 0 15,-100 0 1,76 0-16,-26 0 16,0 0-1,-24 0 1,0 0-1,-26 0 1,51 0-16,-50 0 16,24 0-1,1-24-15,-1 24 32,1-25-17,-25 25-15,0 0 16,0-25-1,-1 25-15,1 0 16,50 0 0,-1 0-1,-24 0 1,-26 0-16,1 0 31,0 0-31,0 0 16,0-25-16,24 25 15,26 0 1,-26-25 15,-24 25-31,25 0 16,-26 0-16,1 0 16,25 0-1,-1-24-15,1 24 31,0 0-15,-26 0-16,26 0 16,-25 0-16,49 0 15,26 0 1,24 24 0,-50-24-1,-24 0 1,-1 0-1,-24 0 1,49-24 15,-24 24-31,0 0 32,-26 0-17,1 0-15,-25-25 16,25 25-1,0 0-15,0 0 32,-1 0-32,1 0 15,25 0 1,-25 0 0,-1 0-1,1 0-15,0 0 16,0 0-1,0 0 1,-1 0 0,1 0-1,0 0-15,0 0 32,-25-25-32,50 25 15,-26 0-15,1 0 16,0 0-1,0-25 1,0 25 0,-1 0 46,1 0-62,-25 25 16,25-25 15,0 0 32,0 0-48,-25 25-15,24-25 31,1 0-15,0 0 0,-50 0 62,0 0 172,25-25-235,-24 25-15,-1-25 16,-25 0-16,25 1 0</inkml:trace>
  <inkml:trace contextRef="#ctx0" brushRef="#br0" timeOffset="185718.9764">6772 9699 0,'-25'0'0,"50"0"47,-1 0-47,1 0 15,-25 24-15,25 51 16,0-26 15,-25 1-31,0-25 16,-25 0 0,0-1-16,0-24 15,1 0 1,24-24 15,0-1-15,24 0-16,1 0 15,25 25-15,-50-25 16,50 1-16,24-26 16,-49 25-1,0-24 1,-25 24-1,0 0 17,0 50 15,-25-25-32,0 49-15,25 1 31,-25-25-31,25 24 16,0-24 0,25-25-16,0 25 15,49-25 1,-24 0 0</inkml:trace>
  <inkml:trace contextRef="#ctx0" brushRef="#br0" timeOffset="186089.0074">7317 9798 0,'0'0'0,"-24"25"47,-1-1-31,0 1-16,0 0 15,25 0-15,-25 0 16,25-1 0,50-24-1,-25 25 1,-25 0 15,-25 0-31,-49 0 31,24 0-31,25-25 32</inkml:trace>
  <inkml:trace contextRef="#ctx0" brushRef="#br0" timeOffset="186618.9757">7516 9525 0,'0'25'79,"0"0"-64,0-1-15,0 1 0,0 0 16,0 49-1,0-24 1,0 0 15,0-26-31,49 1 32,1-25-17</inkml:trace>
  <inkml:trace contextRef="#ctx0" brushRef="#br0" timeOffset="186908.9592">7491 9699 0,'-25'0'16,"50"0"15,0 0-15,0 0-1,-1-25 16,1 25-31</inkml:trace>
  <inkml:trace contextRef="#ctx0" brushRef="#br0" timeOffset="187658.9178">7342 9525 0,'0'25'31,"0"0"-15,-25-25 0,25 24-1,-24 26-15,24 0 32,24-1-17,26 26-15,-25-26 31,49-24-15</inkml:trace>
  <inkml:trace contextRef="#ctx0" brushRef="#br0" timeOffset="188008.8937">7838 9475 0,'0'0'0,"0"25"32,25-25-17,-25 25-15,0 49 16,0-24-16,0 24 16,-25 50-1,-24-99 1</inkml:trace>
  <inkml:trace contextRef="#ctx0" brushRef="#br0" timeOffset="195058.4776">6722 12030 0,'25'0'31,"-25"-25"-15,25 25-16,-1 0 62,-24-24-46,25 24-1,-25 24 17,0 1-17,0 0-15,-25-25 16,50 0 78,0-25-94,0 0 31,-50 25 31,25 25-62,-25-25 16,0 0 0,25 25-1,25-50 1,0 0-1,0 25 1,-25 25 31,-25-25-31,25-25 30,25 1-30,0 24-16,-25-25 31,25 50-31,-25 24 32,-25 1-17,-25-1-15,50-73 47,25-1-31,-25 0-16,0 0 15,25 25 1,-25-25-16,25 25 0,-25 25 16,0 0-1,-25 25 1,0-50 15,0-25-31,25 0 16</inkml:trace>
  <inkml:trace contextRef="#ctx0" brushRef="#br0" timeOffset="196418.3981">7516 11212 0,'-25'0'157,"25"-25"-126,0 50 16,0 0-32,0-1-15,0 1 0,25 0 16,-25 25 0,0-1-1,0 1-15,0-1 31,25 1-15,-25 0 0,24-1-1,1 1 1,-25-1 0,0-24-1,0 0-15,0 0 16,0 0-16,0-1 31,0 1-31,0 0 31,0 0-15,25-25 0,-25 25-16,0-50 46,0 0-30</inkml:trace>
  <inkml:trace contextRef="#ctx0" brushRef="#br0" timeOffset="197138.3551">7466 11187 0,'0'25'62,"-25"-25"-46,1 25 0,24-1-16,-25 26 15,0-50-15,0 50 16,0-50-16,25 24 15,0-48 17,25 24-32,-25-50 15,25 50-15,-25-50 16,25 26-16,0 24 16,-1-25-1,1 25 32,0 0-16,-25 25-15,25-25 0,24 49-1,26-49-15,-75 25 16,49-25-1</inkml:trace>
  <inkml:trace contextRef="#ctx0" brushRef="#br0" timeOffset="198408.2799">8359 11881 0,'25'25'78,"0"-25"-62,0 25-1,-25 0 1,0 0 15,-25-25-31,0 0 0,0 24 31,25-48 1,25 24-32,-25-25 15,50 0-15,-1 25 31,-24 0-15,-25 25 0,-25-25-1,-24 0 1,24 0 0,50 0 15,-1-25-16,26 25 1,-25 25 15,-25 0-15,-25-25 0,-25 0-1,50-25 1,0 0-1</inkml:trace>
  <inkml:trace contextRef="#ctx0" brushRef="#br0" timeOffset="199738.2008">9029 11906 0,'0'0'15,"0"25"1,0 0 156,0 0-156,0-1-16,0 1 15,0 0-15,-25 25 16,25-26-16,0 1 0,0 25 31,0 24-31,0 1 31,25-26-31,0 1 32,0-25-32,-25 0 15,24-25-15,-24 24 0,0 1 0,0 25 31,0-25-15,0-1 0,0 1-1,0 0 1,0 0 0,0 0-1,0-1 16,0 1-15,0 0 15,0 0 47,0-50-31,0 0-31,0 0-16,0 1 16,0-1-16</inkml:trace>
  <inkml:trace contextRef="#ctx0" brushRef="#br0" timeOffset="200188.1748">8830 12700 0,'0'0'0,"25"0"47,0 0-31,0 0-16,-25 25 31,25 0-31,24 24 16,1-24-1,-25 0 1,0 0-1,-1-25 17,-24-25-17,25 25 1,0-50 0,0 25-1,0 1-15,-1-1 31,1 25-15,-25-25-16,50 0 16,-25 0-16,-1 25 0</inkml:trace>
  <inkml:trace contextRef="#ctx0" brushRef="#br0" timeOffset="201358.1052">9847 11881 0,'0'25'16,"25"-25"155,0 0-155,0 0 125,-25 25-110,-25-25 0,25-25 16,25 0-31,-25 50 31,-25-25-32,25 25 1,-25-25-16,0 0 31,25-25-31,0 0 31,25 25-15,0-24 0</inkml:trace>
  <inkml:trace contextRef="#ctx0" brushRef="#br0" timeOffset="202788.0221">9723 11088 0,'25'0'62,"0"24"110,-25 1-172,25 0 16,-25 0-16,0 0 15,25 49 1,-25 1 15,24-26-15,-24 26-16,25-26 31,0 26-31,0-26 31,-25 1-15,0-1 0,-25 1-1,0 0 1,25-1 0,0-24 15,25-25-31,0-50 31,-25-49-31</inkml:trace>
  <inkml:trace contextRef="#ctx0" brushRef="#br0" timeOffset="203507.9798">9798 11162 0,'25'0'47,"-1"0"-16,-48 0 0,-1 0 1,0 0-17,0 25 1,25 0 0,-25 49-1,1-49 1,24 0-1,0-50 1,0 0 15,0-49-15,0 49-16,0 0 0,24 0 47,26 25-32,0 0 1,-1 0 0,-24 25-1,0-25-15,0 25 16,-1-25-16,1 50 16,0-26-1,0 1 1</inkml:trace>
  <inkml:trace contextRef="#ctx0" brushRef="#br0" timeOffset="204707.8323">10988 11757 0,'0'0'0,"-24"0"47,24 25-16,-25-25 32,25 25 46,0 0-78,-25-25-15,0 0-16,25-25 31,0 0-15,50-24-1,-25 49 1,-25 24 0,0 1-1,-50 0 1,25-25 0,0 0-1,1-25 1,24 0-1,0 1 1,24 24 140,1 0-140</inkml:trace>
  <inkml:trace contextRef="#ctx0" brushRef="#br0" timeOffset="205317.8183">10914 11782 0,'0'0'16,"0"-25"-1,0 50 95,0 0-79,0 0-31,0 0 0,0-1 15,0 26 1,0-25-16,0 0 31,0-1-31,0 1 0,0 50 16,0-1-16,0 1 31,0-1-31,25 0 31,-25-49-31,0 0 16,0 0-16,25 0 16,-25-1-16,0 1 15,0 0 1,24 0 0,-24 24-1,0 1 1,-24-25-1,-1-25 1,25-25 15,0 0-31</inkml:trace>
  <inkml:trace contextRef="#ctx0" brushRef="#br0" timeOffset="205807.8424">10840 12502 0,'-25'0'0,"25"24"16,25-24 15,-1 0 0,-24 25-31,25 25 31,-25-1-15,0 1-16,25 0 31,-25-26-31,0 1 31,25-25 1,0-25-17,24 1 1,-24-1 0,25 0-1,-26 0 1,1 25 15,-25-25-31</inkml:trace>
  <inkml:trace contextRef="#ctx0" brushRef="#br0" timeOffset="207937.6438">6152 11931 0,'24'0'31,"-24"25"16,-24-25-47,24 25 0,-25-1 31,-25 1-31,50-50 47,0 1-47,0-1 31,-25 25 1,1 0-32,24 25 15,-25-25 1,25 24 156,0 1-157,0-50 48,0 1-47,25 24-16,-1 0 15,-24 24 1,0 1 15,-24-25-31,-26 0 31,25 0-15,25-25 15,25 25 0,-25-24 1,25 24-32</inkml:trace>
  <inkml:trace contextRef="#ctx0" brushRef="#br0" timeOffset="208747.6686">5953 12005 0,'0'-24'16,"0"48"124,0 1-124,0 0-16,0 0 0,0 0 31,0 49-31,0 1 31,0-1-31,0-24 16,0-26-16,0 1 31,0 0-31,0 0 0,0 0 16,25-1-1,-25 26 1,0 24 0,0-49-1,0 0-15,0 0 16,0 0 0,0-1 15,0 1-31,0 0 78,0-50 47,0 0-94,-25 25-31</inkml:trace>
  <inkml:trace contextRef="#ctx0" brushRef="#br0" timeOffset="209357.5584">5804 12700 0,'0'0'0,"0"25"78,0 0-47,0-1-15,25 1-1,-25 0 16,25-25-31,-25 25 16,25-25-16,0 0 16,-1 0 15,1 0-31,0 0 16,-25-25-1,0 0 16,25 25-15,0-25-16,24-24 31,1 24-31,-25 0 16,-1 25 15</inkml:trace>
  <inkml:trace contextRef="#ctx0" brushRef="#br0" timeOffset="211807.4886">5085 12080 0,'0'25'16,"-25"-25"-16,50 0 46,-25-25-30,25 25 78,-25-25-32,0 0 32,0 0-47,0 1-31,0-1-1,25 25-15,-25-25 16,49 0-1,-49 0 1,25 1 0,-25-26-1,0 0 1,0 1 0,0-1-1,0 25 16,0 1 16,0-1-31,0 0-16,0 0 47,0 0 15,0 1-46,0-1 78,0 0-63,0 0 0,0 0 0,0 1 48,0-1-48,0 0-16,0 0 1,0 50 172,0 0-188,0 0 15,-25-25-15,0 49 16,1-24-1,-1 25 1,-25-26 15,25-24-31,-24 25 16,24-25 15,25-25 0,0 1-15,50-26 0,-1 25-1,-24 0 1,0 25-16,0 0 16,-1 0 15,-24-24 0,25 24 47,-25 24-78,25-24 16,0 0-1,0 0 17,-25 25-17,24-25 32,-24 25-47,50 25 16,0 24-1,-26-49 1,51 24-16,-50-49 16</inkml:trace>
  <inkml:trace contextRef="#ctx0" brushRef="#br0" timeOffset="213837.2948">4415 12105 0,'25'0'0,"-25"24"47,0 1 219,-25-25-173,25-25-77,-25 25 0,25-24 15,0-1-16,0 50 189,0-1-189,0 1-15,0 0 16,0 0-16,25 25 31,0 24-31,-25 0 31,25 1-15,-25-26-16,0 26 31,-25-26-15,25 1-1,0 0 1,0-26 0,0 1 15,-25 0-15,25 0-16,0 0 31,0-1-16,0 1 32,0 0 0,0 0-31,-25 0-1,25-1 1,-24-24 0,24 25 46,0-50 1,-25 25-48,25-24-15</inkml:trace>
  <inkml:trace contextRef="#ctx0" brushRef="#br0" timeOffset="214327.2743">4242 12898 0,'0'0'0,"0"-24"32,0-1-1,24 25-31,-24 25 31,25-1-31,-25 26 31,25-50-31,-25 25 16,25-25-16,-25 25 0,25-1 31,-25 1-15,24-25 15,-24-25 0,25 25-15,0-24 0,0-1-1,0-25 1,-1 50-16,1-25 31,0 25-31,-25-24 0,-25 24 31,25 24-15</inkml:trace>
  <inkml:trace contextRef="#ctx0" brushRef="#br0" timeOffset="216617.1465">3696 12154 0,'0'0'0,"-50"0"141,25 0-125,25 25-1,-24-25 17,-1 0-17,0 25 1,0-25 62,25 25-62,-25-25-1,50 0 48,0 0-48,-25-25-15,0 0 63,25 25-48,-25-25-15,0 0 16,25 1-16,-25-1 31,0 0-31,0 0 32,0 0-17,0 1-15,0-26 31,0 0-15,0 26-16,0-1 16,0 0-16,24 25 0,-24-50 15,0 26 1,0-1 0,0 0-1,0 0 1,0 0 15,0-24-31,0-1 31,-24 25-15,24 1 0,0-1 77,0 50 142,0-1-220,-25-24-15,25 25 0,0 0 16,-50 25 0,25-1-1,1-24 1,24-50 46,0 0-62,0 1 16,0-26-16,24 25 31,1 0-31,-25 1 16,25 24-16,0-25 15,0 25 1,-1-25 0,1 25-1,-25 25 63,25-25-62,-25 25-16,25-25 0,-25 24 0,50 1 31,-26 0-31,1 0 16,0 0-16,0-25 0,0 49 0,24 1 31,-24-50-31</inkml:trace>
  <inkml:trace contextRef="#ctx0" brushRef="#br0" timeOffset="218097.1215">6846 12204 0,'0'-25'31,"25"25"-31,0-25 15,0 25 1,-1 0 0,-24 25-1</inkml:trace>
  <inkml:trace contextRef="#ctx0" brushRef="#br0" timeOffset="218667.0139">6995 12278 0,'0'-24'31,"0"-1"1,25 25-17,-25 25 16,-25-1-15,0 26 0,0 0-1,25 24 1,0-49 0,25-25-16,25 0 15,-25 0 1,-1-25-16,26 0 31,-25-49-31,-25 24 31,0 25-31,0 1 16,0-1-16,-25 25 0,0 0 0,-24 0 31,-1 25-31,25-1 31,0-24-15</inkml:trace>
  <inkml:trace contextRef="#ctx0" brushRef="#br0" timeOffset="219157.0543">7541 12254 0,'0'0'0,"-25"0"0,0-25 15,0 25 1,0 0 0,50 0 46,0 0-31,25 0-15,-26 0-16,76-25 0,-76 25 16,26 0-1,24-25-15,1 25 31</inkml:trace>
  <inkml:trace contextRef="#ctx0" brushRef="#br0" timeOffset="219386.9999">7640 12254 0,'0'0'0,"-25"0"15,0 0 1,25 24 31,0 1-32,0 25 1,0 24-16,0-24 31,-25-50-31,25 25 16,0-1-16,50-24 15</inkml:trace>
  <inkml:trace contextRef="#ctx0" brushRef="#br0" timeOffset="219687.0228">7962 12378 0,'0'0'15,"-25"0"-15,1 0 16,-1 0-16,0 0 15,0 24 1,25 26 15,0-25-31,50-25 16,-50 25-16,25-25 0,-1 24 0,1 26 31,-25-25-31,-25 24 31,-49-24-15,49-25-16,-24 0 16,24 0-16,0-25 15</inkml:trace>
  <inkml:trace contextRef="#ctx0" brushRef="#br0" timeOffset="220456.9795">8483 11658 0,'0'-25'16,"25"25"-16,-25-24 16,25 24 31,0 0-47,24 0 15,1 24 1,-50 1-16,0 25 31,0-25-31,-25 24 0,-25 1 31,1-25-15,49-50 0,25 25-1,-1-25 1,1 25-16,25-25 15,-25 25-15,24 0 16,26 0 0,-26 0-1,-24 0-15</inkml:trace>
  <inkml:trace contextRef="#ctx0" brushRef="#br0" timeOffset="220666.8921">8930 11609 0,'-25'0'16,"0"0"-1,25-25-15,25 25 16,24-25 15,51 25-15,-26-25-1,-24 25 1,-50-25 0</inkml:trace>
  <inkml:trace contextRef="#ctx0" brushRef="#br0" timeOffset="220856.8939">9103 11509 0,'0'25'16,"0"-50"-16,-24 50 0,-1-25 0,0 25 15,-25 0 1,50 0-1,0-1 1,0 26-16,0-25 16,0 0-1,0 24-15,0 1 16</inkml:trace>
  <inkml:trace contextRef="#ctx0" brushRef="#br0" timeOffset="221116.9383">9178 11708 0,'0'0'0,"-25"0"0,0 0 16,0 0 0,50 25 15,0-1 0,0 1-31,0 0 31,-25 0-15,-25 0-16,-50-1 0,75 1 16,-49-25-1,-26 0-15</inkml:trace>
  <inkml:trace contextRef="#ctx0" brushRef="#br0" timeOffset="221916.8911">9674 12254 0,'0'0'0,"25"0"62,-25-25-62,24 25 0,1 0 16,0 0-16,0 0 16,-25 49-16,25-49 15,-25 50 1,-50 0 0,25-26-1,25 1 1,25-25 15,0 0-31,0 25 31,-1-25-31,-48 50 16,-51-26 15,26 1-15,-1-25-1,50-25 1,0 1 0</inkml:trace>
  <inkml:trace contextRef="#ctx0" brushRef="#br0" timeOffset="222146.8779">9996 12278 0,'0'0'16,"0"-24"0,25 24-1,0 0 1,49-25-16,-24 25 31,-25 0-31</inkml:trace>
  <inkml:trace contextRef="#ctx0" brushRef="#br0" timeOffset="222336.8658">10120 12278 0,'-24'25'16,"48"-50"-16,-48 75 16,24-25-16,-25 0 15,25 24 1,0 1-1,0-25 1,0 24 15,25-49-15</inkml:trace>
  <inkml:trace contextRef="#ctx0" brushRef="#br0" timeOffset="222656.8471">10269 12502 0,'0'0'0,"-25"0"16,1 24-1,24 1 1,0 0 15,24 0-31,1-25 31,-25 25-15,-25-1-16,-24 1 31,24-25-15,0-25-1</inkml:trace>
  <inkml:trace contextRef="#ctx0" brushRef="#br0" timeOffset="223356.8057">10988 11286 0,'-24'0'63,"-1"0"-48,25 25-15,-25 0 16,0 0 0,0-1-1,25 1 1,0 0 15,25-25-31,50 0 0,-51 0 16,26 0-16,24-25 31,-49 25-31,0-25 16</inkml:trace>
  <inkml:trace contextRef="#ctx0" brushRef="#br0" timeOffset="223576.718">11013 11311 0,'-25'0'0,"1"0"16,24 25 0,-25-25-16,25 25 15,0 49 1,0 0 15,0 1-31,25-26 16,-25-24 15,24-25-31</inkml:trace>
  <inkml:trace contextRef="#ctx0" brushRef="#br0" timeOffset="223806.7801">11261 11361 0,'0'0'0,"-24"0"0,48 0 32,1 0-17,74-25 1,-74 0-16,25 25 31,-25 0-31,-1 0 0,1 0 0,0-25 16</inkml:trace>
  <inkml:trace contextRef="#ctx0" brushRef="#br0" timeOffset="224016.7669">11385 11336 0,'0'0'0,"-24"0"0,-1 0 0,0 0 16,25 25 0,0-1-1,0 51 1,0-50-16,0 24 16,0-24-16,0 0 15,0 0 1</inkml:trace>
  <inkml:trace contextRef="#ctx0" brushRef="#br0" timeOffset="224306.7499">11485 11509 0,'0'0'16,"-25"0"-16,25 25 62,25 0-46,-25 0 0,0 0-1,0-1 1,-25-24-16,-25 25 31,25-25-31,-74 25 0,74-25 16,-24 0-16</inkml:trace>
  <inkml:trace contextRef="#ctx0" brushRef="#br0" timeOffset="225756.6639">5779 11708 0,'25'0'94,"0"0"-79,0 0-15,0-25 16,24 25 0,1-25-1,0 0 1</inkml:trace>
  <inkml:trace contextRef="#ctx0" brushRef="#br0" timeOffset="226056.6465">6152 11509 0,'0'-24'63,"24"24"-48,1 0 1,25-25-16,-1 0 31,-24 25-31,0 0 16</inkml:trace>
  <inkml:trace contextRef="#ctx0" brushRef="#br0" timeOffset="226256.6352">6226 11460 0,'-25'0'16,"25"25"-16,-25-25 15,25 24 17,25 1-17,-25 25 1,0 24 0,0-24-1,0-1 1</inkml:trace>
  <inkml:trace contextRef="#ctx0" brushRef="#br0" timeOffset="226576.5412">6400 11559 0,'-25'0'47,"25"25"-47,0 0 15,0-1 1,0 1 0,25 0-16,-1-25 15,-24 25 1,0 0-1,-24-25 1,-1 0-16,-50 0 16,51 0-16</inkml:trace>
  <inkml:trace contextRef="#ctx0" brushRef="#br0" timeOffset="227786.5439">4887 12402 0,'24'0'32,"-24"-24"-17,25 24-15,0 0 16,0 0 15,0 0-15,-25-25-16,49 25 31,-24-25-31</inkml:trace>
  <inkml:trace contextRef="#ctx0" brushRef="#br0" timeOffset="228196.4617">5135 12229 0,'0'25'16,"49"-50"0,-24 25-16,0 0 15,24-25 1,-24 25-16,0 0 16,-25 25-16,0 0 15,-25 24 1,0 1 15,1-1-31,-1-24 16,0-25-1,25-25 17,25 25-17,0-49-15,24 49 31,1 0-15,-1 25 0,-24-25-16,-25 24 15</inkml:trace>
  <inkml:trace contextRef="#ctx0" brushRef="#br0" timeOffset="228406.5078">5432 12204 0,'0'0'0,"0"-25"16,25 25 15,0 0-31,24-25 31,-24 25-15,0 0-1,-25-25 1</inkml:trace>
  <inkml:trace contextRef="#ctx0" brushRef="#br0" timeOffset="228586.4974">5531 12179 0,'0'0'16,"-24"25"-16,24 0 31,0 0-31,0 24 31,0 1-31,0-25 16,0-1-16</inkml:trace>
  <inkml:trace contextRef="#ctx0" brushRef="#br0" timeOffset="228856.4809">5631 12278 0,'0'0'16,"0"25"15,-25-25-15,25 25-16,0 0 15,0 0 1,49-1 15,-49 1-31,-24 0 31,-1-25-15,-50 25-16,51-25 0</inkml:trace>
  <inkml:trace contextRef="#ctx0" brushRef="#br0" timeOffset="230776.2932">3770 12650 0,'0'-24'31,"0"-1"-15,-24 25-16,-1-25 31,0 25-31</inkml:trace>
  <inkml:trace contextRef="#ctx0" brushRef="#br0" timeOffset="230976.2815">3076 12675 0,'0'0'0,"-50"0"0,25 0 0,-74 25 16,-99-25 0,49 25-1,74-25 1,51-25-16</inkml:trace>
  <inkml:trace contextRef="#ctx0" brushRef="#br0" timeOffset="231136.2762">1687 12849 0,'0'0'0,"-25"0"0,-25 25 0,-148-25 31,-1 0-15,-49 24-1</inkml:trace>
  <inkml:trace contextRef="#ctx0" brushRef="#br0" timeOffset="231236.3401">74 13072 0,'0'0'0,"-24"0"0,-1 0 0</inkml:trace>
  <inkml:trace contextRef="#ctx0" brushRef="#br0" timeOffset="235706.0055">6722 11956 0,'0'25'78,"-25"-25"-31,0 0-32,1 0 1,-1 24 0,50-24 46,-1-24-62,1 24 16,0 0-16,0 0 31,-50 0 31,0 0-62,0 0 16,-24 24 0,24-24-1</inkml:trace>
  <inkml:trace contextRef="#ctx0" brushRef="#br0" timeOffset="237235.9857">7317 11311 0,'-24'0'0,"-1"0"16,0 0-1,25-25 235,25 25-250,0 0 47,-1 0-31,1-25-1,0 25 1,25-24-16,-26-1 16,1 25 15,0 0-31,0 0 31,0 0-15,-1-25-1,1 25 1,0 0 0,25 0-1,-26 0 1,1 0 0,0 0 15,-25 25 63,-25-25-79,0 0-15,25 25 16,-49-25-1,24 0 1,-25 0 0,1 0-1,-1 0 1,1 0 0,24 0-1,-25 24 1,25-24 15,75 0 0,-25 0-15,0 0-16,-1 0 0,51 0 31,-50 0-31,-25-24 16,49 24-1,-74 0 17,1 0-17,-1 0 1,-25 0 0,25 24-16</inkml:trace>
  <inkml:trace contextRef="#ctx0" brushRef="#br0" timeOffset="238505.8359">8359 11931 0,'25'0'78,"-25"25"-47,0-50 141,25 25-78,-25 25-94,25-25 0,-1 25 16,-24 24-1,25 26 1,-25-51 0,0-48 15</inkml:trace>
  <inkml:trace contextRef="#ctx0" brushRef="#br0" timeOffset="239185.7976">8930 12774 0,'0'0'0,"0"25"16,0 0 15,24-25-15</inkml:trace>
  <inkml:trace contextRef="#ctx0" brushRef="#br0" timeOffset="239365.7877">8930 12774 0,'0'0'0,"0"25"0,-25-25 0,0 0 31</inkml:trace>
  <inkml:trace contextRef="#ctx0" brushRef="#br0" timeOffset="240405.7252">8781 12799 0,'0'25'0,"25"-25"47,-25-25-32,24 25 17,-24 25-17,0 0-15,25-25 78,0-25-78,0 25 16,0 0-16,49 0 16,-49 0-16,0 0 15,0 0 1,-1 0 15,1 0-31,0 0 16,0 0 15,-50 0 31,0 0-62,0 0 16,-24 0 0,-26 0-1,1 0 1,24 0 0,1 0-1,24 0 1,0 0 15,50 0 16,0 0-47,-1 0 31,1 0-31,25 0 16,-50 25-16,49 0 15,-24-1 1,0 1 0,0-25-16,0 0 15,0 0-15,-1 0 0,1 0 16,0-25-16,49 25 16,-49-24-16,0 24 15,0-25 1,0 25 15,-25-25-31,-25 25 47,25-25 15</inkml:trace>
  <inkml:trace contextRef="#ctx0" brushRef="#br0" timeOffset="241735.72">9599 11187 0,'25'0'125,"0"0"-125,0 0 16,0 0-16,-1 0 31,26-25-31,0 25 31,-1 0-15,-24 0-1,0 0-15,0 0 16,-1 0-16,1 0 16,-50 0 15,-24 0-15,-1 0-1,1 0 1,-1 0 15,25 0-31,0 0 16,50 0 15,0 0-31,0 0 0,24 0 31,1 0-31,-25 0 16,24 0-1,-24 0 1,-50 0 15,1 25-15,-26 0 0</inkml:trace>
  <inkml:trace contextRef="#ctx0" brushRef="#br0" timeOffset="243185.5781">10864 12750 0,'25'0'125,"0"0"-125,0 0 0,24 24 31,-24-24-31,25 0 0,-25 0 16,-1 0-1,1 0 1,-99 0-1,-25 0 1,-1 0 0,76 0-16</inkml:trace>
  <inkml:trace contextRef="#ctx0" brushRef="#br0" timeOffset="245585.42">14957 2183 0,'0'0'16,"-25"0"-16,25 25 15,-24-25-15,24 24 16,-25-24 0,0 0 124,0 0-140,0 25 0,1-25 16,-76 75-1,51-51-15,-50 51 16,49-50-16,25-1 0,-99 26 16,25 24-1,24-24 1,1-25 0,24 0-1,26-25 16,24-25 16,24 25-31,1-50-16</inkml:trace>
  <inkml:trace contextRef="#ctx0" brushRef="#br0" timeOffset="246185.3908">14213 2406 0,'-25'0'0,"25"-25"15,0 0 16,0 50 1,0 0-32,-25-25 0,-24 99 31,49-74-31,-75 25 0,26 24 31,-1-24-15,25-1-1,1-24 1,48-25 62,1 0-62,0 0-16,0 0 15,0 0-15,123 25 16,1-25 0,0 25 15,-74-25-31,-51 0 0,1 0 31</inkml:trace>
  <inkml:trace contextRef="#ctx0" brushRef="#br0" timeOffset="252905.0601">16495 1786 0,'-25'0'32,"1"0"15,24 50-32,-25-26 1,25 1-16,0 0 0,-25 74 15,25-74-15,-25 99 16,25-99 0,0 49-16,-25-49 31,25-50 0,25 0-31,0-74 16,49-50-1,-74 1 1,25 24 0,-25 49-1,25 75-15,-25-25 16,0 0-16,25 25 16,0 25 15,-25 0-31,24 0 15,1 49 1,-25-49-16,25 50 16,-25-51-16,0 1 0,25 50 31,0 49-31,24-25 31,-24-25-15,0-24-1</inkml:trace>
  <inkml:trace contextRef="#ctx0" brushRef="#br0" timeOffset="253224.9717">16520 2108 0,'0'0'0,"25"0"62,0 0-62,-1 0 0,26 0 16,-50-24-16,99-1 16,-74 25-16</inkml:trace>
  <inkml:trace contextRef="#ctx0" brushRef="#br0" timeOffset="253824.9343">16942 1984 0,'-25'0'0,"25"-24"31,0 48 0,25 26-15,-25-25 0,24 49-16,1 25 31,-25-74-31,-25 0 31,25-75-15,25-24-16,50-50 31,-1 50-15,-49 49-1,0 25 1,-25 25 0,24 24-1,-24 26 1,25-1-1,0-24 1,-25-1 0,25-49-16</inkml:trace>
  <inkml:trace contextRef="#ctx0" brushRef="#br0" timeOffset="254274.9049">17835 2108 0,'0'0'0,"0"-24"0,-25 24 16,-25-25 0,1 25-1,24 0-15,-25 0 16,50 25-16,-25-25 0,1 0 15,-1 0-15,0 74 16,25-49 0,0 0-1,25-25 1,0 0-16,49-25 31,-24-50-15,-50 51-16,49-1 15,-49 0-15,0 50 16,0 0 0,25 24-1,-25-24-15,25 25 16,0-26-16,-1 1 16,51 0-1,-26-25 1,-24-50-1</inkml:trace>
  <inkml:trace contextRef="#ctx0" brushRef="#br0" timeOffset="254504.9656">18058 1662 0,'0'0'0,"-25"25"31,25 0-15,0 24 0,0-24-16,0 49 15,0-49-15,25 50 16,24 49 0,-24-50-1,0-74-15,0 25 16</inkml:trace>
  <inkml:trace contextRef="#ctx0" brushRef="#br0" timeOffset="254854.9451">18604 1960 0,'0'0'0,"-25"0"0,0 0 16,25 24 15,0 1-15,25 50-1,-25-51-15,-25 1 16,0 0 0,0-25-16,0-25 15,-24-49 1,24-1-1,25 1 1,50 49 0,-26 25-16,1 0 31,0 0-31,0 0 0,49 25 16</inkml:trace>
  <inkml:trace contextRef="#ctx0" brushRef="#br0" timeOffset="255404.873">18976 1910 0,'0'0'0,"0"-25"0,-50 25 16,25 0 0,0 0-16,1 25 15,-26 25 1,50-26-16,-25 26 15,25-25-15,25 0 16,0-25 0,24-50 15,1-49-31,-25 24 31,-25 51-15,25 24-16,-25 74 31,24 25-15,-24 25-1,0-99-15,-24 99 16,-1-99-16,25 24 0,-25 26 16,-25-26-16,1 75 15,24-99 1,0 25-16,-24-50 15,24-25 1,-25-74 0,50 74-16,0-49 31,0 24-31,0 25 0,50-49 0,24-1 31,1 51-15,-1 24-16,-24 49 31</inkml:trace>
  <inkml:trace contextRef="#ctx0" brushRef="#br0" timeOffset="255974.8067">17041 3001 0,'-25'0'15,"0"0"1,0 0 0,1 0-1,-26 100 1,0-26-16,26 0 31,24-49-31,24 25 16,26-1-16,-25-49 15,49 25 1,1-50 0</inkml:trace>
  <inkml:trace contextRef="#ctx0" brushRef="#br0" timeOffset="256304.8594">17314 3175 0,'24'0'16,"-24"25"-1,25-25 1,25 25-16,-25-1 31,-25 1-31,24 25 16,-24-25-16,-49-1 0,-1-24 31,-24 25-15,24-50-1,25-24 1,25 24 0,0 0-16,25 0 15,-25 1 1,25 24-16,25-25 15,24 0 1,-74 0-16</inkml:trace>
  <inkml:trace contextRef="#ctx0" brushRef="#br0" timeOffset="256674.7629">17512 3101 0,'0'24'46,"0"1"-30,25 25 0,-25-1-1,25 1 1,0-50 31,-25-25-47,24 0 15,1 25-15,25-74 16,-25 74 0,-25 25 15,0 0-31,0 24 31,0 1-15,0-25-16,0-1 0,0 1 15</inkml:trace>
  <inkml:trace contextRef="#ctx0" brushRef="#br0" timeOffset="256934.8225">18256 3051 0,'0'0'0,"-25"0"16,1 0-16,-1 0 16,0 0 15,25 25-31,0 74 31,0-25-15,0 1-16,0-1 31,0-49-31,0 0 16</inkml:trace>
  <inkml:trace contextRef="#ctx0" brushRef="#br0" timeOffset="257134.8109">18058 3225 0,'0'0'0,"-25"0"16,75 0-1,-50-25 1,74 25-16,0 0 31,-49 0-31,0 0 16,25 0-16,-26 0 0</inkml:trace>
  <inkml:trace contextRef="#ctx0" brushRef="#br0" timeOffset="257374.7229">18529 3125 0,'-25'0'0,"25"25"15,0 0 1,0 0-1,0 0 1,0-1 0,0 1-16,-25 0 31,25 25-31,0-26 0,0 1 31</inkml:trace>
  <inkml:trace contextRef="#ctx0" brushRef="#br0" timeOffset="257534.7867">18554 3101 0,'0'0'0,"-25"0"15,0 0-15,25-25 16</inkml:trace>
  <inkml:trace contextRef="#ctx0" brushRef="#br0" timeOffset="258004.7591">18703 3175 0,'0'-25'0,"25"25"32,-1 0-17,1 50 1,0-1-1,0 1 1,-25-25 0,-50 0-16,50-50 47,25 0-32,0 25 1,24-50-16,-24 50 31,-25 25-15,25 25-1,-25-1 1,0-24 0,25-25 15</inkml:trace>
  <inkml:trace contextRef="#ctx0" brushRef="#br0" timeOffset="258424.6592">19298 3175 0,'0'0'16,"-25"0"-16,0 0 15,1 25 1,-1-25-16,0 49 0,25-24 15,0 0 1,25 49 0,0-24-1,-1-25 1,26-25 0,-25 0-16,24-50 15,-49 1 1,25-1-16,0-24 15,-25 49 1,25 25 0,-25 25 15,0 49-31,0-24 31,0 24-15,0-24-16,25-50 31,24 0-31</inkml:trace>
  <inkml:trace contextRef="#ctx0" brushRef="#br0" timeOffset="258724.6422">19769 3225 0,'0'0'0,"50"49"47,-50-24-47,25 25 31,-25-26-31,-50 26 31,50-25-31,-49-25 16,24 0-16,0 0 0,0-25 0,0-25 31,25 1-15,25 24-1,25 0 1,-25 25-16,-1-25 16,1 25-16</inkml:trace>
  <inkml:trace contextRef="#ctx0" brushRef="#br0" timeOffset="259374.6058">20141 3175 0,'-24'0'16,"24"25"-16,-25-25 16,25 49-1,-25 1 1,25 0-16,25-1 31,24-49-15,1-49-1,-25-26 1,0 26 0,-1 49-1,-24 24 1,-24 26-1,24 0 1,24-50 0,51 0 15,-26-75-31,1 1 31,-25 74-31,0-50 16,-25 25-16,0 1 0,24 24 0,-24-25 31,0 50 0,0-1-31,0 26 16,0-25-16,0 24 16,0-24-16,0 0 0,0 25 15,0 24 1,0 0-1,0 26 1,0-51 0,-24-24 15,-26-25-31,-24 0 0,49-25 16,-50 25-1,26-49-15</inkml:trace>
  <inkml:trace contextRef="#ctx0" brushRef="#br0" timeOffset="265934.2911">16098 5730 0,'25'0'63,"0"0"-32,-25-25 79,0 50-32,0 0-63,0-1 1,-25 51-16,-25-1 31,1 26-15,24-26-16,25-99 62,25 25-62,24-74 16,-49 49-16,50-49 16,-50 49-16,25 0 0,0-50 15,24-24 1,1 25-1,-25 49 1,-25 50 15,24-25-15,-24 49-16,0 26 31,25-1-15,-25 26-16,0-26 31,-25-74-31,25 25 16,0 0-16</inkml:trace>
  <inkml:trace contextRef="#ctx0" brushRef="#br0" timeOffset="266274.1953">16123 5879 0,'0'0'16,"-25"0"-16,50 0 47,0 0-31,0 0-16,74-25 15,-74 25-15,49 0 16,-24-25-1</inkml:trace>
  <inkml:trace contextRef="#ctx0" brushRef="#br0" timeOffset="268124.087">16247 5854 0,'25'0'47,"-25"-25"-32,25 25 1,24 0-16,-24 0 16,0 0-1,-75 0 17,50 25-32,-25-25 0,-74 0 15,74 25-15,-24-25 16,24 0-1,25-50 1,74 0 0,-24 26 15,-25-1-31,0 25 0,-25 25 16,0-1-1,0 1 1,-50 0-16,25-25 31,50-50-15,25 26-16,24-51 15,-49 50-15,25 1 16,-26 24 0,-24 74-1,-74 50 1,74-99-16,-75 25 15,51-50-15,24 24 0,-50-24 16,50 25-16,-50-50 16,26 25-1,24-49 1,0 24-16,24-25 31,51 50-15,-50 0-16</inkml:trace>
  <inkml:trace contextRef="#ctx0" brushRef="#br0" timeOffset="269804.0622">15056 10988 0,'0'0'0,"0"25"78,-24-25-31,-1 25-31,0-25-16,0 0 0,-49 25 31,-50 0-15,25-25-1,-1 24 1,51 1 0,24 0-16,-25-25 15,26 25-15,-26-25 16,0 0-1,50-50 1</inkml:trace>
  <inkml:trace contextRef="#ctx0" brushRef="#br0" timeOffset="270204.0388">14635 10889 0,'-25'0'0,"0"0"0,0 0 31,-24 25-15,-1 25 0,1-1-1,-51 26 1,75-51-16,1 1 15,-1-25-15,25 25 0,25 0 94,-1 0-78,1-25-16,0 25 0,0-1 0,0-24 0,74 50 31,-74-25-31,49-25 16,1 25-1,-26-25 1</inkml:trace>
  <inkml:trace contextRef="#ctx0" brushRef="#br0" timeOffset="271523.8856">16892 9823 0,'-50'0'0,"26"24"78,-26 1-78,25 0 16,-49 49-1,-1 1 1,51 24 0,24-49 15,0-25-31,24-1 0,26 1 16,0-25-1,24 25 1,-24 25-16,-50-1 31,-25 1-15,0-25-16,-49-1 15,49-24-15,0 25 0,-49-25 16,-1 25 0,26-50-1,49-24 1,24-1-1</inkml:trace>
  <inkml:trace contextRef="#ctx0" brushRef="#br0" timeOffset="272003.9324">17264 10046 0,'0'0'0,"0"-25"15,-50 25 1,1 0 0,-1 0-1,1 50 1,24 24 0,25-24-1,25-1 1,-1-24-1,26-25 1,-25-49 0,0-26 15,-1 75-31,-24-49 0,0 24 0,25 0 16,-25 50 30,0 0-30,25 24 0,-25-24-16,50 25 15,-50-26-15,49 1 16,-24-25 0,-25 25-1,25-75-15</inkml:trace>
  <inkml:trace contextRef="#ctx0" brushRef="#br0" timeOffset="272553.9022">17611 9947 0,'0'0'0,"25"0"47,0 24-47,0 1 0,24 25 31,-49 49-15,0-49-1,-24-1 1,-1-49 0,25-49-1,0 24-15,74-49 16,-49 49-16,25-25 15,-1 25 1,-24 25 0,0 50 15,-25-25-31,25 0 0,-25-1 0,0 1 31,0-50-15,0 1 15,49-51-15,1 50-1,-25 25 1,-1 50 0,1 0-1,-25-1 1,0 1-1,0-25-15,0-1 16,25 1 0</inkml:trace>
  <inkml:trace contextRef="#ctx0" brushRef="#br0" timeOffset="272923.8029">18653 10071 0,'0'0'15,"-25"0"-15,1 0 0,24 25 47,0-1-31,0 26-16,0-25 0,0 74 31,0-74-31,0 24 16,0 26-16,0-50 31</inkml:trace>
  <inkml:trace contextRef="#ctx0" brushRef="#br0" timeOffset="273203.8119">18579 10071 0,'0'0'0,"-25"-25"15,25 0-15,-25 25 0,25-50 16,25 1 0,25 24-16,24 0 31,0 25-31,-24 75 31,-25-75-31,-25 74 16,0-49-16,-50 0 0,25 0 0,1-1 0,-100 26 31,99-25-31,-50-25 16,50 0-1,25-25-15</inkml:trace>
  <inkml:trace contextRef="#ctx0" brushRef="#br0" timeOffset="273523.7669">19174 9550 0,'0'0'0,"0"-25"0,0 50 46,0 0-30,0-1-16,0 51 16,25-50-16,-25 74 15,0-25-15,0 25 16,0 26 0,-25-51-1,25-49 1</inkml:trace>
  <inkml:trace contextRef="#ctx0" brushRef="#br0" timeOffset="273933.8195">19348 9971 0,'0'0'0,"24"0"0,1 0 0,0 0 16,25 0-1,-1 0 1,1 0 0,-25 0-16,0-24 15,-25-1-15,0 0 16,0 0-1,0 0 1,-25 25 15,0 25-15,0 25-16,0 24 31,0-24-15,50 0-16,0-26 31,25 1-15,-25-25-1</inkml:trace>
  <inkml:trace contextRef="#ctx0" brushRef="#br0" timeOffset="274373.717">20216 9996 0,'0'0'0,"-25"-25"0,0 25 0,-24-24 31,-1 24-31,0 49 31,1 26-15,49-50-16,0 24 0,0-24 15,25 0 1,49-25 0,0-50-1,-49-24 1,0-75 0,-25 124-16,0-124 15,0 75-15,0 24 16,-25 25-1,0 50 1,1 99 0,-1 99 15,25-148-31,0 99 0,0-125 0,0 1 16,25 99-1,24-25-15</inkml:trace>
  <inkml:trace contextRef="#ctx0" brushRef="#br0" timeOffset="276433.6213">21481 9525 0,'-25'0'31,"0"0"0,0 0-15,1 0-16,-1 0 15,0 25-15,-25 0 16,1 24 0,49-24-16,0 0 15,0 0-15,0-1 0,0 26 16,0 24-1,49 1 1,1-26 0,-25-24 15,-25 0-31,0 0 0,-25 0 16,0-25-16,-74 0 31,0 0-31,49-25 31,50-50-15,25 75-16</inkml:trace>
  <inkml:trace contextRef="#ctx0" brushRef="#br0" timeOffset="276673.5814">21580 9872 0,'0'0'0,"0"25"47,0 0-47,0 0 16,-25-1-16,25 51 31,0-50-31,25 0 0,-25-1 0,25-24 15,0 25 1,24-25-16</inkml:trace>
  <inkml:trace contextRef="#ctx0" brushRef="#br0" timeOffset="276833.6087">21654 9847 0,'0'-24'0,"-24"24"16,24-25-16,0 0 0,0 0 31,49 25-31</inkml:trace>
  <inkml:trace contextRef="#ctx0" brushRef="#br0" timeOffset="277423.5377">22101 9897 0,'-25'0'16,"-24"0"-16,24 0 16,0 0-16,0 0 15,0 50 1,25-26-1,0 1-15,50-25 16,-25 0 0,0-25-16,-25 1 31,0-51-31,0 50 16,0 50 15,0 0-31,0 74 31,0-24-15,0 24-1,-25 0 1,-25 0 0,25-49-1,25-25-15,-49 0 16,24-25-16,0 24 15,-49-24 1,49 0 0,0 0 15,25-24-31,0-1 0,0 0 0,0 0 16,0 0-16,50-24 31,24-1-31,1 25 31,-1-24-31</inkml:trace>
  <inkml:trace contextRef="#ctx0" brushRef="#br0" timeOffset="277823.5159">22349 9996 0,'0'0'0,"0"-25"0,0 50 32,0 25-17,0-25 1,0 24-16,25 1 16,-25-25 15,25-50-16,-1 0 1,51-49 0,-1 24-1,-24 25 1,-50 50 0,0 25-1,0-25-15,0 49 16,0-49-16,0 0 15,49-1 1,26-24 0,-25 0-1</inkml:trace>
  <inkml:trace contextRef="#ctx0" brushRef="#br0" timeOffset="278373.482">23267 10096 0,'0'0'16,"-25"0"-16,0 0 0,-24 0 15,24 0-15,-25 24 16,50 1-16,-25-25 16,25 50-1,0-25 1,25-25-1,0 0-15,0-25 16,0 25-16,-25-25 16,49-25-16,1 26 31,-25-1-31,-25 74 16,24-24 15,-24 25-31,25-50 0,0 0 31,0 0-31,0-25 16,49-49-1,-24-51 1,-1 1 0,-49 100-16,25-51 15,-25 50-15,-25 25 31,0 50-15,-24 49 0,-1 50 15,50-99-31,-25 74 0,25-99 0,0-1 16,-24 76-16,-26-26 31</inkml:trace>
  <inkml:trace contextRef="#ctx0" brushRef="#br0" timeOffset="289752.8849">16966 11708 0,'0'0'0,"0"-25"31,-24 25-31,24 25 79,0 0-79,0-1 15,0 26 1,-25 99-16,0-25 31,25-50-15,0-24-1,0-75 1,0-74 0,25-50-1,0 0 1,24 25-1,-49 50 1,25 74-16,-25-25 16,0 0-1,25 25 32,0 0-31,-1 50-16,26 24 31,-50-49-31,25 74 16,-25-74-16,25 25 15,-1-1 1,1 1 0,0-1-1,-25-24-15,25-25 0</inkml:trace>
  <inkml:trace contextRef="#ctx0" brushRef="#br0" timeOffset="290052.8656">16942 11931 0,'0'0'0,"-25"0"15,25-25 1,0 0 0,25 1-1,49-1 1,-24 25-1,-1 25 1,-24-25 0</inkml:trace>
  <inkml:trace contextRef="#ctx0" brushRef="#br0" timeOffset="290472.8034">17314 11782 0,'0'0'0,"0"-25"31,24 1-15,51 24-1,-50 0 1,-1 49 0,-24 26-1,0-51-15,0 1 16,0 0-1,-24-25-15,24-25 32,0 0-32,49-74 31,1 50-31,-25 49 16,0 0-16,-1-25 31,1 74-31,-25-24 0,25 25 31,-25-1-15,0 1-1,25-25 1,0 0 0</inkml:trace>
  <inkml:trace contextRef="#ctx0" brushRef="#br0" timeOffset="291072.7676">18231 11708 0,'0'0'0,"-49"0"0,24 0 15,0 0 1,0 0-16,1 25 0,-1-1 31,0 1-31,25 0 0,0 0 16,0 0-1,50-1 1,-26-24 0,26-24-1,-50-1 1,25 25-16,-25-50 15,-25 50 17,25-25-32,0 50 156,0 0-156,0 0 16,0 0-1,50 24 1,-26 1-1,26-25 1,-25-25-16,24 0 16,-24 0-16,0 0 15,0 0-15</inkml:trace>
  <inkml:trace contextRef="#ctx0" brushRef="#br0" timeOffset="291332.7916">18653 11509 0,'0'0'0,"-25"0"0,1-24 16,24 48 15,0 26-15,0-25-16,0 74 15,0-74-15,0 24 16,49 26 0,-49-50 15,25-25-31</inkml:trace>
  <inkml:trace contextRef="#ctx0" brushRef="#br0" timeOffset="291702.693">18951 11683 0,'0'0'0,"-25"0"0,75 0 31,-26 0-15,51 25-1,-26 24 1,-49-24-16,0 0 16,0 0-16,-49 0 15,49-1 1,-75-24-16,26 0 16,24-74 15,25 24-31,0 26 0,25-1 31,-25 0-31,49 25 16,-24 0-1,25 0-15</inkml:trace>
  <inkml:trace contextRef="#ctx0" brushRef="#br0" timeOffset="292322.6991">19348 11633 0,'-25'0'0,"0"0"15,0 0 1,0 25 0,25 0-1,0 0 1,25 0-16,0-1 31,0-24-15,-25-24-1,25 24-15,-25-50 16,24 50-16,-24-25 0,0 0 16,0 1-1,-24 48 16,24 1-31,-25 25 16,25 24 0,0-49-16,-25 49 31,25-49-31,0 50 0,0 24 16,0 25 15,0-25-31,-25-49 31,25-25-31,-49 24 16,24-49-16,0 25 15,0-25 1,0-25 0,25-49-1,0 49-15,25-49 16,0 49-16,-25-25 15,25 25 1,24 0 0,-49 1-1</inkml:trace>
  <inkml:trace contextRef="#ctx0" brushRef="#br0" timeOffset="292712.7086">19670 11881 0,'0'0'0,"-25"0"16,25 25-1,25-25 17,25-25-1,49 1-31,0 24 16,-49 0 15,-75 24-16,0 1 1,-24-25 0,-1 25-1,50-50 1</inkml:trace>
  <inkml:trace contextRef="#ctx0" brushRef="#br0" timeOffset="293502.6627">21084 11782 0,'-25'0'0,"25"-25"15,-25 25 1,-24-24-16,49-1 0,-50 25 31,25 0-31,1 49 0,-26-24 16,-24 50-1,49-1 1,25-24 0,49-26-1,51-24 1,-76-24-16,51-26 15,-50 25-15,24-49 16,-49-50 0,-25 0 15,1 25-31,-1 74 16,25 0-16,0 75 31,0-26-16,0 51 1,0 49 0,25 0-1,-25-99-15,24 74 16,-24-74-16,0-1 0,0 26 16,25-25-1,0-25-15</inkml:trace>
  <inkml:trace contextRef="#ctx0" brushRef="#br0" timeOffset="293702.5744">21456 11757 0,'-25'-24'0,"0"24"16,1 0-16,-1 0 15,25 24 1,25 1-16,-1 25 31,1-25-31,25 24 16,-50-24-16,25-25 15</inkml:trace>
  <inkml:trace contextRef="#ctx0" brushRef="#br0" timeOffset="293872.5938">21630 11584 0,'0'0'0,"-25"0"0,25-25 16,-50 25-16,50-25 16,25 25-1</inkml:trace>
  <inkml:trace contextRef="#ctx0" brushRef="#br0" timeOffset="294222.604">22051 11609 0,'0'0'0,"0"-25"0,-24 25 15,-51 0 1,26 25 0,24-1-16,25 26 31,0-25-31,0 24 0,25 26 16,-1-26 15,-24 1-31,-24-25 31,-76 0-15,1-25-1,49-25 1,50 0-16</inkml:trace>
  <inkml:trace contextRef="#ctx0" brushRef="#br0" timeOffset="294552.6007">22448 11609 0,'0'0'0,"-25"0"0,1 0 16,-1 24 0,0-24-16,0 50 15,0-25-15,25 0 0,0-1 16,-24-24-16,24 75 16,0-50-16,24 24 15,1-24 1,74 0-1,1-25 1,-51 0 0</inkml:trace>
  <inkml:trace contextRef="#ctx0" brushRef="#br0" timeOffset="294932.5143">22671 11633 0,'-24'0'0,"48"0"32,-24 25-32,50-25 15,-25 25-15,49 0 16,-49 0-16,0-25 0,25 49 15,-26 26 1,-48-26 0,-51-24 15,26-25-31,24-25 0,25 0 16,0-24-16,25 24 15,-1-25 1,51-24-16,-26 24 31,1 50-15,-25 0-16</inkml:trace>
  <inkml:trace contextRef="#ctx0" brushRef="#br0" timeOffset="295252.56">23242 11733 0,'0'-25'31,"25"25"-15,0-25-16,24 0 31,-24 0-31,-50 1 16,-49 48 15,-1 51-31,51-1 31,24-49-31,24 49 16,26-49-16,0-25 15,49 25 1,-25-50 0,1-49-1,-51 24-15</inkml:trace>
  <inkml:trace contextRef="#ctx0" brushRef="#br0" timeOffset="295452.5469">23664 11385 0,'0'0'0,"0"-24"0,0 48 31,0 1-31,-25 50 16,25-51-16,0 76 31,0-76-31,0 51 0,25 24 31,-25-49-15,0-1-1</inkml:trace>
  <inkml:trace contextRef="#ctx0" brushRef="#br0" timeOffset="295732.5313">23812 11757 0,'0'0'0,"-24"0"0,24-24 16,24-1 0,26 25-16,49-50 31,-49 50-31,49-25 0,25-24 16,-99 24 15,-50 25-31,-49 0 31,49 0-31,0 74 16,25-49-16,25 25 15,124-1 1,-25-24 0,0-25-1</inkml:trace>
  <inkml:trace contextRef="#ctx0" brushRef="#br0" timeOffset="321162.8384">6697 11931 0,'-25'25'16,"1"0"-1,-1-1 1,25-48 156,25 24-157,-1 0 1,1 0-16,0-25 0,49 0 31,-24 25-15,-25 0 0,-50 0 62,0 0-63,0 0 1,1 0-16,-26 25 0,-49-25 16,49 0-1,1 0 1,73 0 46,1 0-46,0 25-16,0-25 0,49 0 31,-24 0-15,-1 0-1,-49 24 17,-24-24 15,-1 25-47,-25 0 15,25-25 1,1 0-16,-1 0 0,25-25 62,25 25-62,-1-25 16,51 25-16,-26 0 31,-24 0-31,25 0 16,-25 0-16,0 0 15,-50 0 17,-25 0-32,25 25 15,-24-25 1,-51 0 0,51 0-1,24 0 1,50 0 15,0 25-31</inkml:trace>
  <inkml:trace contextRef="#ctx0" brushRef="#br0" timeOffset="323012.726">6796 12874 0,'-24'0'31,"-1"0"79,0 24-95,0-24 1,0 25-1,-24 0 1,74-25 31,-25-25-47,24 25 16,51-25-1,-1 25 1,-24 0 15,-25-24-31,0 24 16,-50 0 46,0 0-46,0 24-16,0-24 15,0 0-15,-24 25 16,24-25-16,25 25 16,-25-25-16,50 0 47,0 0-47,74-25 15,-24 0 1,-51 25-16,26 0 31,-25 0-31,-50 0 31,-25 0-31,26 0 16,-76 25-16,75-25 16,-24 0-1,24 0-15,25-25 16</inkml:trace>
  <inkml:trace contextRef="#ctx0" brushRef="#br0" timeOffset="324402.6441">6747 11162 0,'-25'0'109,"0"0"-93,0 0-1,1 0 1,-1 0-16,0 0 94,0 0-47,75 0 15,-25 0-62,-1 0 16,1 0-16,25 0 15,-1 0 1,26-25-16,-50 25 31,0 0-15,-50 0 31,0 0-47,-25 25 15,1-25 1,-1 25 0,0-25-1,26 0 1,-1 0 15,50 0 16,-1 0-47,1 0 16,25 0-1,24 0 1,-49 0-1,-50 0 32,0 0-31,-49-25-16,-25 25 16,24 25-1,100 0 16,25-25-15</inkml:trace>
  <inkml:trace contextRef="#ctx0" brushRef="#br0" timeOffset="330132.3082">6573 10492 0,'25'0'250,"0"0"-235,0 0 1,-1 0-16,26 0 0,-25 0 16,24 0-1,-24 0-15,0-24 0,0 24 16,0 0-16,24-25 16,-49 50 30,-24-25-46,-1 0 47,0 0-47,0 0 16,-25 0 0,1 24-1,-26-24 1,26 0 15,24 25-31,50-25 47,-25-25-16,25 25-31,-1 0 16,1-24-16,25 24 15,-25-25-15,-1 25 16,1 0 0,-50 0 15,1 25-15,-26-25-16,50 24 0,-74 1 31,49-25-31</inkml:trace>
  <inkml:trace contextRef="#ctx0" brushRef="#br0" timeOffset="334252.0683">5680 13345 0,'0'25'31,"0"0"-31,-25-25 16,25 24 31,-24-24 15,-1 0 1,0 0-32,0 0-15,0 0-16,25 25 15,-24-25 704,-1 0-703,25 25-16,-25-25 15,25 25 1,-25-25-16,25 25 16,0-1-1,0 1 1,0 0-1,25-25-15,0 0 16,-25 25 0,25-25-1,-1 0 1,1 25-16,0-25 16,0 0-1,0 0 16,-1 0-15,-24-25 15,25 25-31,-25-25 16,0 0 0,25 25-1,-25-25 1,0 1 15,0-1-15,0 0 15,0 0 0,0 0 0,0 1 1,-25-1 15,0 25-16,1 0-16,-1 0 1,25 25-16,-25-25 16,0 24-1,0-24 1,1 0 0,24 25-16,-25-25 46,25 25-30,-25-25-16,25 25 16,-25-25-16,25 25 0,-25-25 15,25 24-15,0 1 32,-24-25 14,24 25-30,24-25 15,-24 25-15,25-25-16,0 0 16,0 25-1,0-25-15,-1 0 0,1 0 16</inkml:trace>
  <inkml:trace contextRef="#ctx0" brushRef="#br0" timeOffset="335451.9912">5978 13246 0,'25'0'32,"-50"0"30,0 0-46,25 25-1,-25-1 1,25 1-16,0 25 31,0-1-15,0 1-1,25-25 1,0-25-16,0 0 16,0 0-16,-25-25 0,49 25 15,1-74 1,-50-1 0,0 1-1,-25 49 1,-25 0 15,26 25-31,-26 25 16,25-25-16,25 25 15</inkml:trace>
  <inkml:trace contextRef="#ctx0" brushRef="#br0" timeOffset="337751.8568">6226 12353 0,'0'0'0,"0"-25"31,25 25-15,-50 0 31,25 25 31,-25-25-78,25 25 0,0-1 15,0 1 1,25 25 0,0-50-16,24 0 31,-24 0-31,0 0 0,-25-25 31,0-25-31,0 1 31,-25 24-15,0 25-16,1-25 16,48 25-1,1 0 1</inkml:trace>
  <inkml:trace contextRef="#ctx0" brushRef="#br0" timeOffset="337961.768">6524 12254 0,'0'0'0,"0"24"47,0 1-47,0 0 16,24 49-1,26 26 1,-50-76-16</inkml:trace>
  <inkml:trace contextRef="#ctx0" brushRef="#br0" timeOffset="338961.7856">5928 11013 0,'0'-25'31,"0"50"16,0 0-32,0 0 1,0 0-16,0-1 0,0 26 16,0 0-16,0-1 31,25-49-31</inkml:trace>
  <inkml:trace contextRef="#ctx0" brushRef="#br0" timeOffset="339361.7602">6176 11063 0,'0'0'0,"0"-25"15,0 50 32,0 0-31,0 24-16,0-24 31,0 0-15,25-25-16,25 0 15,-25-50-15,24 50 16,-24-49-1,-25-1 1,0 25-16,-25 0 16,0 25-16,1 0 15,-51 0 1</inkml:trace>
  <inkml:trace contextRef="#ctx0" brushRef="#br0" timeOffset="339981.6882">5953 10368 0,'0'25'16,"-25"-25"-1,25 25 48,0 0-63,0 0 0,0-1 15,0 26 1,0 24-16,0-24 31</inkml:trace>
  <inkml:trace contextRef="#ctx0" brushRef="#br0" timeOffset="340261.6679">6176 10418 0,'0'25'47,"0"0"-31,25-25-16,-25 24 15,25 1-15,0 74 16,-25-74-16</inkml:trace>
  <inkml:trace contextRef="#ctx0" brushRef="#br0" timeOffset="361680.4447">1687 15949 0,'-25'0'15,"0"0"63,50 0 47,0 0-109,24 0-16,-24 0 16,50-24-1,24 24 1,0-25 0,0 0-1,-74 25 1,49-25-16,-24 0 15,49 25-15,0 0 32,1 25-32,-1-25 31,-25 25-31,-49-25 16,25 0-1,-25-25-15,-1 25 0,51-25 16,24 25-1,-25 0 1,-24 0 0,24 0-1,1 25 1,-50-25-16,99 0 16,-100 0-16,76-25 31,24 25-31,0 0 15,-50 0 17,-24 0-32,-25 0 0,49-24 31,-24 24-31,24 0 16,50-25-1,0 25 1,-50 0-1,-49 0-15,25 0 16,-25 0-16,24 0 16,50 0-1,1-25 1,24 25 0,0-25-1,-99 25 1,74 0-16,-74 0 0,-1 0 15,26 0-15,49 0 16,25 0 0,75-49 15,49 24-31,-199 25 16,100-25-1,-99 25-15,-1 0 0,26 0 16,-1 0-1,1-25 1,24 0 0,50 25-1,-100 0-15,51 0 16,-76 0-16,26 0 16,24 0-16,1 0 15,-1 0 1,50 0-1,50-24 17,-125 24-32,150 0 0,-125 0 0,-24-25 15,124 25 1,-26 0-16,-73 0 31,-26 0-15,26 0-1,-50-25-15,74 0 16,-74 25-16,24 0 0,26 0 16,24 0-1,-50 0 1,26 0 0,24 0-1,-74 0 1,74 0-16,-74 0 0,25-25 15,49 25-15,50 0 16,-1 0 0,-48 0 15,24 0-31,-100 0 16,100 0-1,-99 0-15,25 0 0,49-24 16,25 24-1,-49 0 1,24 0 0,0 0-1,-74 0-15,74-25 16,-49 25-16,-26 0 16,100 0-16,-24-25 15,-1 25 1,-50 0-1,26 0 17,-50 0-32,49 0 0,-49 0 0,25 0 15,74-25 1,24 25-16,-24 0 31,-49-25-15,24 25-1,-25-25 1,-24 25-16,49 0 16,-49 0-16,24-24 15,26 24 1,-51 0 0,-24 0 15,0 0-31,0 0 15,-25-25 1,-25 0 0</inkml:trace>
  <inkml:trace contextRef="#ctx0" brushRef="#br0" timeOffset="364300.2876">7565 11311 0,'-24'0'31,"-1"25"0,25-50 125,0 0-156,0 0 16,0 1-16,0-26 16,0 0-1,0 1 1,0-1 0,0 25 15,0 0-31,-25 1 15,25-1 1,-25 25 0,25-25 15,0 0-15,0 0-1,0 1 16,0-1-15,0 0 15,0 50 47,0 0-78,0-1 16,0 1 0,0 0-16,-49 25 31,24-26-31,0 1 31,25-50 32,25 1-48,-25-1-15,0 0 16,25 25 0,-25-25-16,24 0 31,-24 1-31,0-1 0,25 50 109,25-1-109,-25-24 16,-1 25-1,1 0-15,50 49 16,-51-49-16</inkml:trace>
  <inkml:trace contextRef="#ctx0" brushRef="#br0" timeOffset="366110.1428">9054 12849 0,'25'0'31,"-50"0"32,25-25 15,0 50 78,0 0-140,0-1-16,0 1 15,0 0-15,0 25 32,0-1-32,-25 26 31,25-51-31,0 1 31,25-25-15,-25 25-1,0 0 1,-25-50 47,0 25-63,25-25 0</inkml:trace>
  <inkml:trace contextRef="#ctx0" brushRef="#br0" timeOffset="366550.0825">8855 13171 0,'-25'0'0,"50"0"46,-25 25-14,25-25-17,-25 25-15,0 0 0,25-25 16,-25 49 0,25 1 15,24-25-31,-24 0 15,0-25 1,0-50 0,-25 25 15,25 0-31,-1 1 31,26-1-15,-25 0-1,-25 50 1</inkml:trace>
  <inkml:trace contextRef="#ctx0" brushRef="#br0" timeOffset="369000.0097">6995 15553 0,'25'0'93,"-25"-25"-93,0 0 16,0 0 78,25 25-79,-1-25-15,-24 75 47,0-25-31,0 0 0,0 24-1,-24-24-15</inkml:trace>
  <inkml:trace contextRef="#ctx0" brushRef="#br0" timeOffset="371519.7889">7119 15404 0,'-25'0'16,"25"25"0,-25-25 15,25 24 78,-24-24-93,24 25 0,-25-25 171,25 25-187,-25-25 16,0 25-1,0-25-15,75 0 110,-25-25-79,0 25-31,-1 0 16,1 0-1,-25 25 1,-25 0-1,1-25 1,-26 24 0,0 1-1,50-50 17,25 25-1,25-24-31,-25 24 15,-25 24 17,0 26-32,-25-50 0,0 50 31,-25-50-31,50-25 31,0-25-15,25 1-1,0 49 1,-25-25-16,0 74 31,0-24-31,-25 25 16,0-1 0,1-24 15,24-50-16,0 1-15,24-26 32,1 25-32,25 0 31,-25 25-15,-25 25-1,0 0-15,0 0 16,-25 0-16,25-1 0,-25 1 15,0-25 1,0 0 0,25-25-1,0 1-15,25-1 16,-25 0 0,25 0-16,0 25 31,0 50-31,-25 24 15,-50-24 17,0-25-32,26-25 0,-1 0 31,25-75-31,0 50 16,49-49-1,26 74 1,-50 0-16</inkml:trace>
  <inkml:trace contextRef="#ctx0" brushRef="#br0" timeOffset="372569.7237">7813 15627 0,'0'-25'78</inkml:trace>
  <inkml:trace contextRef="#ctx0" brushRef="#br0" timeOffset="374929.5872">7813 15602 0,'0'-25'156,"25"25"-109,0 0-15,-25-24 93,25 24 109,-25-25-234,-25 25 78,25-25-31,0 0-31,0 0-16,0 1 15,25-1 1,-25 0-16,0 0 15,0 0 17,0 0-32,0 1 0,0-1 31,0-25-31,0 25 16,25-24-1,-25 24 1,0 0-1,0 0 1,0 1 0,-25 24-1,0-50 1,25 25 0,-25 0 15,25 1-31,0-1 15,0 0 17,0 0-1,0 0 16,0 1-16,0-1 0,0 0 1,0 0 14,0 50 126,0 0-140,-25-25-32,1 0 15,-1 25 1,-25-25-16,25 0 15,1 0 17,48-25-17,1 25 1,25-50 0,-1 25-1,-24 1 1,-25 48 15,0 26-15,-49 0-1,24-26 1,25-73 15,0 24-15,0 0-16,25-24 15,-1 49 17,1-25-32,-25 50 31,0-1-15,-25 26-1,-24-25 1,24 0-1,25-75 1,0 25 0,50-24-1,-26 49 1,26 0 0,-25 49 15,-50 1-31,25-25 0,-74-1 15,49-24-15,0 0 32,0-49-32,50-50 31,25 49-15,-1 25-1,-24 50 1,-25 25-1,0-1 1,-25 1 0,0-50-1,-24 0 1,24-25-16,0 0 16,0 0-1,50 50 32,0-25-31,25 25-16</inkml:trace>
  <inkml:trace contextRef="#ctx0" brushRef="#br0" timeOffset="378399.4526">8855 15553 0,'0'-25'235,"25"25"-220,-25 25 298,0-1-298,0 1 1,0 0-16,0 0 16,25-25-16,-25 25 0,0-1 31,0 1-31,0 0 16,0 0-1,-25 0 1,25-1-1,0 26 1,25-25-16,-25 0 16,0-1-16,0 1 15,0 0-15,0 0 16,0 0 0,0-1 15,0 1-31,0 25 15,0-1 17,0-24-32,0 0 31,0 0 0,0 0-15,0-1-1,0 1 1,0 0 15,0 0 1,0 0-32,0 0 31,0-50 219,0 0-235,25 25 1,-25-25 0,24 25-16,1 0 78,0 25-63,-25 0-15,0 0 16,0 24 0,-25 1-1,0-50 1,1 0 0,-1 0-16,0 0 31,25-25-31,-25 0 0,25-24 15,0 24 17,0 0-32,25 25 31,25 25-15,-50 0-1,0-1 1,0 1-1,-25-25 1,0-25 0,25-24-1,0-26 1,0 50 0,25 25 15,0 50-31,-1 0 15,-24-25 17,-24-25-32,-26 0 31,50-50-15,0 25-1,25 0 1,0 25-16,-1 0 15,1 0-15,-25 25 16,25 0 0,-50 25-1,-49-26 1,49-24-16,0 0 16,0 0-16,25-24 31,0-26-31,75-25 15</inkml:trace>
  <inkml:trace contextRef="#ctx0" brushRef="#br0" timeOffset="380659.2501">9847 15329 0,'0'-25'250,"0"1"-234,0-1-1,0 0-15,0 0 78,0 0-62,0 1 0,0-1-16,0 0 0,0-25 15,0 26-15,0-1 16,0-25-1,0 1 17,0 24-32,0 0 0,0 0 31,0 0-31,0 1 0,0-1 16,0 0-1,0 0 32,0 0-16,0 1 1,0-1-17,0 0 1,0 0-1,0 0 1,25 25 0,-25-24-16,0-1 281,0 50-94,-25-1-155,1-24-32,-1 0 15,0 0 1,25-24 31,0-1-16,25 25-31,24-50 16,-24 50-1,0 0 1,0 25 0,-25 25-1,-50-26 1,1 26-1,-1-50 17,50-25-32,0-24 31,50-26-15,-1 1-1,-24 74 1,0 25-1,-75 24 1,25 1 0,1-50-16,-1 25 15,50-25 63,-1 0-78</inkml:trace>
  <inkml:trace contextRef="#ctx0" brushRef="#br0" timeOffset="381259.2863">9823 15354 0,'-25'0'16,"25"-25"46,0 50 1,25 0-48,-25 0 1,24-25 0,-24 25-16,0-1 31,0 1-15,0 0-1,25-25-15</inkml:trace>
  <inkml:trace contextRef="#ctx0" brushRef="#br0" timeOffset="386628.9106">10988 15553 0,'25'0'31,"0"0"1,0 0 46,-50 0 234,25-25-265,-25 25 1234,0 0-1093,25-25-63,25 0-16,-25 0-62,0 1 125,-25 24-156,25-25-1,0 50 63,0-1-62,0 1 0,-24-25-16,24 25 0,0 0 0,0 0 15,0-1 1,0 1-16,0 0 16,0 0-16,0 0 15,0-1-15,0 1 16,0 0-16,0 0 0,0 0 15,0-1 1,0 1-16,0 0 16,0 0-16,0 0 15,0-1-15,0 1 16,0 0 0,-25-25-16,25 25 0,0 0 0,0-1 15,0 1-15,0 0 0,-25-25 0,25 25 16,0 0 31,0-1-16,0 1-15,0-50 77,0 1-77,0-1 0,0 0-16,0 0 0,0-24 15,0-1-15,0 0 16,25 26-1,-25-1 17,0 50 46,0-1-63,0 1 1,0 0-16,0 0 16,-25-25-1,25 25-15,0-1 16,0 1 0,-25 0-16,25 25 15,0-26 1,-25-24-1,25 25 17,0-50 46,0 1-78,25 24 15,-25-25 1,0 0-16,25 25 16,-25-25-1,25 25 48,-25 25-63,0 0 15,0 0 1,0-1 15,-25 1-15,0 0 0,25 0-16,-25 0 15,1-25-15,24 24 16,0-48 31,0-1-32,0 50 173,0-1-173,0 1 1,0-50 312,0 1-312,0-1-1,24 25-15,-24-25 32,25 25-32,0 0 15,-25 25 1,25 0 0,-25 24-1,0-24 1,-25 0-1,0-25-15,-24 0 16,24 0-16,0 0 16,25-25-1,0-25 1,25 26 0,0-1-1,24 25 1,-24 25-1,-25 24 17,-50-24-32,1-25 31,24 0-15,25-25-1,25-24 1,24 24-1,-49 50 17,0-1-17,-24-24-15,-1 0 16,0 0 0,25-24-1</inkml:trace>
  <inkml:trace contextRef="#ctx0" brushRef="#br0" timeOffset="389618.7176">6028 15677 0,'0'24'0,"24"-24"32,-48 0 108,24-24-124,24 24 0,-24-25-16,0 0 0,0 0 15,-24 25 48,24 25 109,0 0-157,0 0-15,0-1 0,0 26 16,-25 0-1,25-1 17,-25 1-32,25 24 31,-25-24-15,25-25-16,0 24 15,0-24-15,-25 0 16,25 24-1,0 1 1,0 0 0,0-26-1,0 1 1,0 0 0,0 0-1,0 0 1,0 0-1,0-1 17,0 1-17,0 0 1,0 0 31,0 0 15,0-1-30,-24-24-32,24 25 31,0 0-16,0-50 204,0 0-219,0 1 16,24-1-1,-24 0-15,25 25 32,-25-25-32,25 25 31,0 25-15,-25 25-1,0-26 1,-25-24-16,0 25 15,0-25 1,1 0-16,-1-25 16,0 1-1,25-1 1,0 0 0,25 25-1,0 25 1,-1 24-1,-24-24 17,-24-25-32,-26 25 31,25-50-15,25-24-1,0 24 1,25 0-1,0 25 1,-25 50 0,-25-50-1,0 0 1,0-50 0,25 0-1</inkml:trace>
  <inkml:trace contextRef="#ctx0" brushRef="#br0" timeOffset="391498.6805">5234 15627 0,'-25'25'0,"25"0"31,-25-25-31,50 0 31,-25-25 1,0 50 108,0-50-93,25 25-47,-25-25 16,0 0-16,25 0 15,-25 1-15,24-1 16,-24 0 0,0 0-16,0 0 15,0 1-15,0-1 16,0-25-1,0 0 17,0 26-32,0-1 31,0 0-15,0 0-1,0 0 1,0-24-1,0 24 1,0 0 0,0 0-1,0-24 1,25 24 0,-25 0 124,0 0-124,0 1 15,0-1 47,0 50 32,0-1-79,0 1-16,-49-25 1,24 25 0,0-25-1,0 0 1,25-50 0,0 26-1,25-26 1,49 25-1,-49 25 17,0 0-32,-25 25 15,-25-25 1,25 25 0,-49 24-16,24-24 31,0-25-31,25-25 31,25 25-15,0-24-1,-1 24 1,-24 24 0,0 1 30,-24-25-46,-1-25 32,25 1-32,0-1 31,0 50-15,25 49-16,-25-49 15</inkml:trace>
  <inkml:trace contextRef="#ctx0" brushRef="#br0" timeOffset="394168.4482">4390 15825 0,'25'0'31,"-25"-24"-31,25 24 16,-25 24 93,0-48-31,0-1-62,0 0 0,0 0 109,0 50-63,0 0-46,0 0 15,0-1-31,0 1 16,0 50-16,0-1 31,0-24-16,0 24 1,0 0 0,0-49-16,0 0 15,0 0-15,0 0 0,0-1 16,0 51 0,0-25-1,0-1 1,0-24-1,0 0-15,0 0 32,0-1-32,-25-24 0,25 25 31,0 0-15,0 25-16,0-26 31,0 1-16,0 0 1,0-50 328,25 0-329,0 1-15,-25-1 32,25 25-32,-25 49 31,0-24-15,0 0-16,-50 0 31,50 0-31,-50-25 15,26 0-15,-1 0 16,0-25 0,0 25-1,25-25 1,0 0 0,25 25-16,0-25 15,0 25-15,-25 25 47,0 0-31,-25-25 15,25-25 16,25 25-16,-1 25-31,-24 0 31,-24-25-15,-1 0 0,0-25-1,25 0 1,-25 0-1,25 1 17</inkml:trace>
  <inkml:trace contextRef="#ctx0" brushRef="#br0" timeOffset="396228.4016">3572 15776 0,'25'0'32,"-25"25"124,0-1-141,0-48 64,24 24-79,-24-25 31,0 0-16,0-25-15,0 26 32,0-1-32,0 0 31,0 0-15,25 0-1,-25 1 1,25-1-1,0-25 1,-25-24 0,0 49-1,0 0-15,0 0 16,0 0 0,0 1-16,0-26 15,0 0 1,25 1-1,-25 24 17,0 0-32,0 0 47,0 1 78,25 24-125,-25-25 31,24 25 63,-24-25-79,0 50 95,-24-25-95,24-25 16,-25 25-31,25-25 16,0 0 0,0-24-16,0 24 31,25 25-15,-1 0-1,-24 25 1,0 24-1,-24 1 1,-26-50 0,25 25-1,25-50 17,0 0-32,0 0 15,25 1-15,25 24 16,-26 0-1,1 0 1,-25 24 0,-25 1-1,1-25 1,-1 25 0,0-25-1,50 0 32,0 0-31,-25 25-1,0 0 1,-75 24 0,25-24-1,26-50 1,-1-74-1,25 74-15,0-24 32,25 49-32,-1 0 15,1 74 1,-25 75 0,0-75-16</inkml:trace>
  <inkml:trace contextRef="#ctx0" brushRef="#br0" timeOffset="399918.1117">7069 13742 0,'-24'0'16,"48"0"0,1 0-1,-25-25 17,25 25-17,0 0 48,-25-25-48,25 25-15,-1 0 16,-24-25 0,25 25 15,0 0-16,-25 25 1,25-25-16,0 50 16,-25-25-16,0-1 15,0 51 1,-50-26 0,0 1-1,26-25 1,24-50 15,0 0-15,0 0-16,0 1 31,49-26-15,-49 25-16,50 0 0,-25 1 15,-1-1 1,1 0-1,0 0 1,-25 0 0,0 1-1,0-26 1,25 25 0,-25 0-1,0 50 63,0 0-62,0 0 0,-25-25-1,25 25 1,-25 24-1,0 1 1,25-1 0,0 1-1,25-25 1,0 0 0,0-25-16,0 0 15,-1 0-15,1-25 16,25-25-1,-50 25 1</inkml:trace>
  <inkml:trace contextRef="#ctx0" brushRef="#br0" timeOffset="400548.1458">7764 13320 0,'0'0'16,"0"25"47,-25-25-48,25 25-15,-25-25 16,25 25-1,-25 24-15,-24 26 32,24-1-32,25-24 31,0 24-15,25-74-16,0 50 0,-1-50 15,1 24 1,25-24-1,-1-49 1,-24 49-16</inkml:trace>
  <inkml:trace contextRef="#ctx0" brushRef="#br0" timeOffset="401148.111">7888 13494 0,'0'0'0,"-25"0"0,50 0 47,0 0-47,-1 0 15,26 0 1,-25 49 0,-25 1-1,0 0 1,-25-26 0,25 1-1,-25-25 1,25-49-1,0 24 17,25-25-32,0 25 31,25-24-15,-26 49-16,-24 49 46,0-24-30,25 25 0,-25-25-1,0-1-15,0 1 16,0 0-16,25-25 31</inkml:trace>
  <inkml:trace contextRef="#ctx0" brushRef="#br0" timeOffset="401428.0939">8235 13370 0,'0'0'0,"0"25"32,25-25-32,0 74 15,-25-49-15,0 49 16,0-49-16,0 25 15,-25 49-15,-99 25 32,99-75-32</inkml:trace>
  <inkml:trace contextRef="#ctx0" brushRef="#br0" timeOffset="403597.9657">15602 14114 0,'0'0'0,"-25"0"16,25 25 62,-24-25-62,24 24-16,-25-24 15,0 0 1,-25 0 0,1 0-16,24 0 0,-50 0 31,51 0-31,-26 0 15,-24 0 1,49 0 0,0 0-1</inkml:trace>
  <inkml:trace contextRef="#ctx0" brushRef="#br0" timeOffset="403997.8717">15255 14089 0,'0'0'0,"-25"25"0,0-25 31,0 0 0,1 0-31,-1 0 31,0 0-31,-25 25 16,26-25 0,-1 24-1,50-24 32,-25 25-31,49 0-16,1 25 31,24-1-15,-49-49-16,0 25 0,0-25 0,-1 0 15</inkml:trace>
  <inkml:trace contextRef="#ctx0" brushRef="#br0" timeOffset="405297.8327">16743 13791 0,'-25'0'15,"1"0"-15,-1 0 16,0 0-16,-25 0 15,26 0-15,-1 25 32,-25 25-32,1 24 31,24-24-15,25-25-16,-25-1 0,25 1 0,0 0 15,50-25 1,-26 0-1,26-25 1,24-24 0,-24-26-1,-25 1 1,-25 49-16,49-99 16,-49 99-16,25-74 15,0 49 1,0 26-1,-25 48 32,-25 26-31,25 24 0,-25 50-16,0 25 31,25-50-16,0-49 1,25-50-16,0 0 16,0 0-16</inkml:trace>
  <inkml:trace contextRef="#ctx0" brushRef="#br0" timeOffset="405567.7753">17115 13791 0,'0'0'0,"-25"0"16,25-24-16,25 48 16,-25 26 15,0 24-16,-25 26 1,1-51 0</inkml:trace>
  <inkml:trace contextRef="#ctx0" brushRef="#br0" timeOffset="405737.7828">17165 13593 0,'0'0'0,"-25"0"0,0 0 0,0 0 16,1 0 0</inkml:trace>
  <inkml:trace contextRef="#ctx0" brushRef="#br0" timeOffset="406177.8173">17760 13692 0,'0'0'0,"-25"0"0,1 0 16,-1 0-16,25 50 31,-25-1-16,25 1 1,0 0 0,0-1-1,25 1 1,0-50-16,-25 49 16,-50-24-1,25-25-15,-24 25 16,-26-25-1,50-50 17,25 26-32</inkml:trace>
  <inkml:trace contextRef="#ctx0" brushRef="#br0" timeOffset="406517.7186">18182 13767 0,'0'0'0,"-25"0"0,0 24 0,-49 1 15,24 0 17,50 25-32,0 24 31,0 0-15,25-24-16,0-50 0,24 0 31,-24 0-31,0 0 0</inkml:trace>
  <inkml:trace contextRef="#ctx0" brushRef="#br0" timeOffset="406847.7739">18331 13791 0,'24'0'31,"1"25"-15,0-25 0,0 25-16,24 25 0,-24-26 15,0 1 1,-25 25 0,-25-25-16,0-25 31,-24-25-16,49-25 1,0 25-16,49-49 16,-24 49-1,0 0-15,0 25 16,0 0 0</inkml:trace>
  <inkml:trace contextRef="#ctx0" brushRef="#br0" timeOffset="407167.6803">18653 13841 0,'25'0'0,"0"0"15,0 0 1,-1-25 0,1 25-16,0 0 0,0-25 15,-25 1 1,0-1-1,0 0 1,-25 25 0,-25 0-1,1 50 1,24-50-16,0 99 16,25-74-1,0-1-15,75 1 16,-1-25-1,25 0 1</inkml:trace>
  <inkml:trace contextRef="#ctx0" brushRef="#br0" timeOffset="407567.6595">19025 13494 0,'0'0'0,"0"-25"0,0 0 15,-25 25 1,25 25 0,0 25-16,25 24 0,-25-49 0,25 24 15,0 51 1,0-1-1,-1-25 1,-24-49 0</inkml:trace>
  <inkml:trace contextRef="#ctx0" brushRef="#br0" timeOffset="407867.6389">19273 13866 0,'0'0'0,"25"0"32,0-25-32,24 25 0,51-50 31,-76 50-31,1-24 16,0-1-16,-75 0 31,1 25-16,49 25-15,-50 24 16,50-24-16,-25 0 0,25 25 16,50-1-1,49-24 1,-49-25 0,24-25-1</inkml:trace>
  <inkml:trace contextRef="#ctx0" brushRef="#br0" timeOffset="408047.7029">19968 13891 0,'0'0'0,"-25"0"0,25-25 15,50 25 1,24-50-1,25 25 1,-49 25-16</inkml:trace>
  <inkml:trace contextRef="#ctx0" brushRef="#br0" timeOffset="408597.6041">21059 13667 0,'0'0'0,"-25"0"0,1 0 15,-51-24 1,50 24-16,-24 24 16,24-24-16,0 75 15,25-1 1,50 1 0,-1-75-1,-24 0-15,0 0 16,-25-25-16,25 25 15,0-50-15,-25-49 32,-25-25-32,25-25 31,0 50-15,25 99-16,-25-25 0,0 50 31,0 0-31,-25 99 15,25 49 1,25-49 0,24-49-1,-49-50-15,50-25 16,-25 0-16,-1 0 0,1 0 0</inkml:trace>
  <inkml:trace contextRef="#ctx0" brushRef="#br0" timeOffset="408797.6257">21506 13643 0,'0'0'0,"-25"0"0,0 0 15,0 0 1,0 24 0,25 26-16,0 24 31,50 1-16,-25-50 1,-25-1 0</inkml:trace>
  <inkml:trace contextRef="#ctx0" brushRef="#br0" timeOffset="408947.6521">21481 13419 0,'0'0'0,"-25"0"0,0 0 16,0 0 0,50 0 15</inkml:trace>
  <inkml:trace contextRef="#ctx0" brushRef="#br0" timeOffset="409567.5385">21927 13543 0,'0'0'0,"-24"0"16,-1 0-16,25-24 0,-75 24 16,26 24-1,24 76 1,75-51-1,-1-24 17,1-25-32,-25-25 0,-1-49 31,-24 49-31,0 0 16,25-24-16,-25 73 31,0 1-16,0 50 1,0-51-16,0 76 16,0-76-16,-25 51 15,-24 49 1,24-25 0,-25-25-1,50-49-15,-49 0 16,49 0-16,-25-25 15,0 0-15,-25 0 32,26-25-32,-1-49 31,74-1-15,-49 50-16,50-24 0,-25 24 0,0 25 15,24-50 1,26 1-1,-26 24 1,26-25 0,-50 26-16</inkml:trace>
  <inkml:trace contextRef="#ctx0" brushRef="#br0" timeOffset="409767.5287">22275 13568 0,'-25'0'15,"25"50"1,0-25 0,0 24-16,-25-24 0,25 74 31,0-74-31,0 25 16,0-1-16,0 1 31,25-50-31</inkml:trace>
  <inkml:trace contextRef="#ctx0" brushRef="#br0" timeOffset="409927.5948">22250 13320 0,'0'0'0,"-25"0"15</inkml:trace>
  <inkml:trace contextRef="#ctx0" brushRef="#br0" timeOffset="410197.5381">22696 13246 0,'0'0'0,"0"25"0,-25-1 16,1 26 0,24 49-1,0 0 1,0 25-1,0-24 17,0-51-32,0-24 15</inkml:trace>
  <inkml:trace contextRef="#ctx0" brushRef="#br0" timeOffset="410877.4619">22671 13742 0,'0'0'0,"-24"0"16,73 0-1,26-25 1,24 25 0,-25-25-1,-49 0-15,25 25 16,-25-24-16,-1-1 15,-24 0 1,0 0 0,-24 25-1,-1 0 1,-50 50 0,51-1-16,-1-24 0,25 0 31,0 0-31,49-25 15,-24 0 1,25-50 0,-1 1-1,1 24 1,0 50 0,-26 49-1,1-24 1,0-26-1,25-24 17,-26-24-32,1-26 0,-25 25 0,25 0 15,0-49 1,24-25 0,-24-25-16,25 0 31,-25 74-16,-25 25 1,-25 50 0,-25 25-16,50 74 15,-25-99-15,25 123 16,0 26 0,-49-50-1,24-99-15,0 24 16</inkml:trace>
  <inkml:trace contextRef="#ctx0" brushRef="#br0" timeOffset="414667.2415">6499 15949 0,'-25'0'313,"0"0"-282,0 0-31,25 25 31,-24-25-31,24 25 63,-25 0-48,25 24 17,-25 1-32,25-25 15,0 0 17,25-25-32,24-25 31,-24 25-31,25-75 15,-25 75-15,-1-49 16,-24-1 0,0 25-1,-24 25 1,-1 0-16,0 0 16,0 0-16,0 0 15,1 25 1,73-25 15</inkml:trace>
  <inkml:trace contextRef="#ctx0" brushRef="#br0" timeOffset="414897.2233">6722 15801 0,'25'0'0,"-25"24"78,0 1-78,25 0 0,-25 0 16,0 0-16,24 24 0,-24 26 15,25-51-15,-25 1 0</inkml:trace>
  <inkml:trace contextRef="#ctx0" brushRef="#br0" timeOffset="417247.1594">5680 17289 0,'-25'0'406,"1"0"-375,24 25 391,-25-25-422,25 24 0,0 1 32,0 0-32,-25 0 0,25 0 31,0-1-31,0 1 0,25 0 15,0 0 1,24 0 0,1-25-1,-1-50 1,-24 25-16,0-24 16,-25 24-16,0 0 15,0-25 1,-25 1-1,0 24 17,-24 25-32,24 0 15,0 25 17,0 0-32</inkml:trace>
  <inkml:trace contextRef="#ctx0" brushRef="#br0" timeOffset="417627.1371">6077 17090 0,'0'0'0,"-25"25"31,25 0-31,-24 0 32,-1 49-32,25-24 15,25-25 17,24-25-32,1 0 0,-1-25 31,-24-25-31,0 25 15,0-24 1,-25-26 0,-25 26-1,0 24 1,0 25-16,1 0 16,-26 0-1,25 0-15</inkml:trace>
  <inkml:trace contextRef="#ctx0" brushRef="#br0" timeOffset="419147.048">6102 14660 0,'-25'24'16,"25"1"93,0 0-109,-25-25 78,25 25 94,0 0-172,0-1 0,0 1 16,0 0-16,0 49 16,0-49-16,0 25 15,25-25-15,0-25 16,0 24-1</inkml:trace>
  <inkml:trace contextRef="#ctx0" brushRef="#br0" timeOffset="419597.0212">6449 14734 0,'-25'0'78,"25"25"-78,0 0 0,0-1 15,0 1-15,25 0 32,25-25-32,-25 0 0,-1-25 31,1 0-31,-25 1 0,0-1 15,0 0 1,-25-25 0,1 26-1,-1 73 1,0-49-16,0 50 16,25-25-16,0-1 0</inkml:trace>
  <inkml:trace contextRef="#ctx0" brushRef="#br0" timeOffset="427456.5573">11857 17239 0,'-25'0'16,"25"25"-1,0 0 48,0 0-48,0-1 1,0 1 0,0 0-1,0 0-15,-50 74 16,1-74-16,-1 49 15,50-49-15,0 0 0,-25 0 32,25 0-32,0 24 0</inkml:trace>
  <inkml:trace contextRef="#ctx0" brushRef="#br0" timeOffset="427996.5247">12254 17314 0,'-25'0'62,"0"24"-30,25 1-32,-25-25 0,0 50 15,25-1 1,0 1 0,50-50-1,24-25 1,-49 25-16,25-25 15,-25 1-15,-1-1 16,1 0 0,-25 0-16,-25-24 15,-74 49 17,0 0-32,24 0 15</inkml:trace>
  <inkml:trace contextRef="#ctx0" brushRef="#br0" timeOffset="430216.3405">13444 17239 0,'-25'0'31,"1"0"1,24 25-32,-25-25 0,-25 25 15,1 24 17,-1 1-32,50-25 31,25-25-16,0 25-15,24-25 16,-24 0-16,25 0 16,24 0-1,-49-25 1,-25-25 0,0 25-16,-25 1 15,25-1-15,-50 0 16,1 25-1,24 0 17,0 25-32,0 0 15</inkml:trace>
  <inkml:trace contextRef="#ctx0" brushRef="#br0" timeOffset="430526.3778">13866 17165 0,'0'0'0,"-25"25"47,0-25-32,25 24-15,0 26 16,0-25-1,0 0-15,25-25 32,0 0-32,0 0 0,24-50 15,-49 0 17,-25-24-32,-49 24 31,49 50-31,-49-24 15,49 24-15,-25 0 0,26 0 0</inkml:trace>
  <inkml:trace contextRef="#ctx0" brushRef="#br0" timeOffset="431356.3274">5407 15205 0,'0'0'16</inkml:trace>
  <inkml:trace contextRef="#ctx0" brushRef="#br0" timeOffset="432616.2108">14436 16991 0,'0'-25'31,"25"25"-15,-25-24-16,25 24 0,0-25 15,-25 50 32,0-1-31,0 1-1,0 0-15,0 74 16,0-74-16,0 25 16,-25 24-1,25-24 1,0-26 0</inkml:trace>
  <inkml:trace contextRef="#ctx0" brushRef="#br0" timeOffset="433116.1835">15056 17090 0,'0'-24'15,"-24"24"1,-1 24 31,25 1-47,-50 25 15,50-25-15,-49 24 16,49 1-16,0-25 16,24 24-1,1-24 17,50-25-32,-1-50 31,-74 26-31,25-26 15,-25 25-15,25 0 0,-25-24 16,-50 24 0,0 0-1,-24 25 1,0 0 0,49 0-1,0 0-15</inkml:trace>
  <inkml:trace contextRef="#ctx0" brushRef="#br0" timeOffset="436446.0279">15999 17041 0,'25'0'31,"-50"0"63,0 25-78,0-1-1,-24 1-15,24 0 0,-25 25 32,50-26-32,-24 1 0,24 0 0,0 25 31,0-26-16,49-24 1,50-24 0,-74 24-16,25-50 15,-25 50-15,-1-50 16,-24 1 0,0 24-1,-49 25 1,-1 0-1,25 0 1,1 0-16,-1 0 16</inkml:trace>
  <inkml:trace contextRef="#ctx0" brushRef="#br0" timeOffset="436796.008">16272 17066 0,'0'0'0,"0"24"47,0 1-32,0 25-15,-25-1 16,25 1-1,0-25 1,50-25 0,-1-25-1,-24 0-15,0-24 32,0 49-32,-25-25 0,0-50 0,-25-24 31,-50 50-16,-73 24 1,98 25-16</inkml:trace>
  <inkml:trace contextRef="#ctx0" brushRef="#br0" timeOffset="437765.8758">7119 15701 0,'25'0'0,"24"0"16,-49-24 0,25-1-16,0 25 31,-50 0-31</inkml:trace>
  <inkml:trace contextRef="#ctx0" brushRef="#br0" timeOffset="439165.8423">17388 17140 0,'0'-25'15,"0"0"1,-25 25-1,25-24 1,0-1 0,-25 25 46,1 0-46,-1 0-16,0 0 15,0 0-15,25 25 16,-25-1-16,25 1 16,0 25-1,25-50 17,25 25-32,24-25 31,-49 0-31,25-25 15,-26 25-15,1 0 0,0-25 16,-25 0 0,-74-24-1,-1 49 1,26 0 0,24 0-1,74 0 16,-24 0-15</inkml:trace>
  <inkml:trace contextRef="#ctx0" brushRef="#br0" timeOffset="439645.8385">17859 16942 0,'0'0'0,"0"-25"15,0 0 95,-24 25-48,24 25-62,0 0 16,0-1-1,0 76 1,0-1 0,0-74-16,24 49 15,-24-49-15,0 0 0,0-1 16</inkml:trace>
  <inkml:trace contextRef="#ctx0" brushRef="#br0" timeOffset="441515.6577">18604 16768 0,'0'0'0,"0"25"125,0 0-109,24-25-16,-24 24 15,0 1-15,0 50 16,0-51-16,0 76 16,0-76-1,0 76-15,25-26 32,-25-24-32,25-50 31</inkml:trace>
  <inkml:trace contextRef="#ctx0" brushRef="#br0" timeOffset="442225.6086">19596 17066 0,'25'0'16,"-25"-25"46,-25 25-62,0 0 16,0 0-1,0 0-15,0 0 32,1 0-32,-26 49 31,50-24-31,-25 25 15,25-25-15,0-1 16,0 1-16,25 25 16,0-25-16,24-25 15,26 0 1,-25-50 0,-26 50-16,1-50 15,0 26-15,-25-1 16,25 0-16,-25 0 0,0 0 15,-50 1-15,25 24 16,-74 0 0,25 24-1,-26 1 17,51 0-32</inkml:trace>
  <inkml:trace contextRef="#ctx0" brushRef="#br0" timeOffset="445585.4131">20439 16867 0,'-25'0'0,"0"0"31,1 0 469,-1 0-187,25 25-298,-25-25 1,25 25-16,-25-25 16,25 25-16,0-1 0,0 1 31,0 0-31,0 0 16,25 0-1,0-25 1,0 0-1,-1 0-15,1 0 16,0 0-16,-25-25 0,25 25 0,0 0 16,-1 0-16,-24-25 15,25 0-15,-25 0 0,0 1 32,0-1-32,0 0 15,-25 25-15,25-25 0,-24 25 16,-1-25-16,0 25 0,0 0 15,0 0-15,1 0 0,-1 0 16,0 0 0,0 25-16,50-25 31,0 0-31</inkml:trace>
  <inkml:trace contextRef="#ctx0" brushRef="#br0" timeOffset="445775.4747">20861 16842 0,'0'0'0,"-25"0"15</inkml:trace>
  <inkml:trace contextRef="#ctx0" brushRef="#br0" timeOffset="446375.4393">20960 16818 0,'-25'24'93,"0"1"-93,25 0 16,-49 25-16,24-1 16,25 1-1,25-50 17,0 0-32,-1 0 0,26-25 0,-25 0 15,0 0 1,24-24-1,-49-26-15,-25 26 32,-24 24-17,-1 25 1,25 0-16,-49 50 16,49-50-16,0 24 15,1 1 1</inkml:trace>
  <inkml:trace contextRef="#ctx0" brushRef="#br0" timeOffset="447375.3838">22200 16718 0,'-25'0'0,"1"0"16,48 0 78,1 0 31,-25 25-125,25 0 15,-25 0 1,0 0 0,0 99-1,0-100-15,0 51 16,0-50-16,0-1 0,0 26 16,0-25-1</inkml:trace>
  <inkml:trace contextRef="#ctx0" brushRef="#br0" timeOffset="447915.3485">22796 16867 0,'0'0'0,"-25"-25"16,0 25 15,0 25-15,0-25-1,-49 75-15,49-1 32,0-74-32,25 50 0,0-26 15,25-24-15,0 25 16,99-25-1,-25-49-15,-49-26 32,-25 26-17,-25 24-15,0-25 16,-25 50-16,-25-25 0,1 25 16,-26 0-1,25 0 1,26 0-1</inkml:trace>
  <inkml:trace contextRef="#ctx0" brushRef="#br0" timeOffset="448615.3106">23912 16966 0,'-25'0'62,"0"0"-46,0 0-1,-24 0-15,-26 50 16,50-25-16,1 24 16,24-24-16,0 0 15,0 25-15,99-26 32,0-24-32,-24-24 31,-1-1-16,-74 0-15,0-25 0,0 26 0,0-1 16,-25 0 0,-74 0-1,24 0 1,26 25 0,49 25-1</inkml:trace>
  <inkml:trace contextRef="#ctx0" brushRef="#br0" timeOffset="448965.2132">24433 16892 0,'-25'-25'0,"-25"25"16,25 0-16,-24 25 15,24 25-15,25 24 32,25 0-17,0-74-15,24 25 16,-24-25-16,0 0 0,24 25 16,26-75-1,-50 1 1,-25-1-1,-50 1 1,25 49-16,-49-25 16,49 25-1,-25 0-15,-24 0 32</inkml:trace>
  <inkml:trace contextRef="#ctx0" brushRef="#br0" timeOffset="451675.1264">11410 17512 0,'-25'0'0,"1"0"15,-1 25 1,0-25 62,0 0-78,0 0 0,1 0 16</inkml:trace>
  <inkml:trace contextRef="#ctx0" brushRef="#br0" timeOffset="451875.1141">11013 17587 0,'-25'0'0,"1"0"15,24-25 17,-50 0-17</inkml:trace>
  <inkml:trace contextRef="#ctx0" brushRef="#br0" timeOffset="452065.1104">10517 17512 0,'0'0'16,"0"25"-16,-25-25 0,1 0 15,-1 0-15,0 0 0,0 0 16,0 0 0,1 0-16</inkml:trace>
  <inkml:trace contextRef="#ctx0" brushRef="#br0" timeOffset="452245.1004">10170 17587 0,'-25'0'0,"0"0"31,25-25-31,-24 25 32,24-25-32,-50 0 0,25 25 15</inkml:trace>
  <inkml:trace contextRef="#ctx0" brushRef="#br0" timeOffset="452445.0819">9699 17587 0,'0'0'16,"-25"0"-16,0 0 15,-25 0-15,-24 0 16,49 0-16,-24 0 16,24 0-1,-25 0-15</inkml:trace>
  <inkml:trace contextRef="#ctx0" brushRef="#br0" timeOffset="453765.0014">25574 16966 0,'0'0'16,"-25"0"-16,0 0 16,0 0 15,50-24 16,25 24-47,-50-25 0</inkml:trace>
  <inkml:trace contextRef="#ctx0" brushRef="#br0" timeOffset="453944.9917">25871 16966 0,'0'-24'16,"0"-1"-16,25 25 15,0 0 1,0 0-16,49-25 16,-49 25-16,99 0 15</inkml:trace>
  <inkml:trace contextRef="#ctx0" brushRef="#br0" timeOffset="454124.9867">26615 16966 0,'0'0'0,"-24"0"16,24-24 0,24-1-1,26 0 1,49-25 0,25 26-1,-74 24-15</inkml:trace>
  <inkml:trace contextRef="#ctx0" brushRef="#br0" timeOffset="454274.9729">27533 16867 0,'25'0'16,"0"0"-16,24-25 31,-24 1-31,149-1 15,-125 25-15,125 0 0</inkml:trace>
  <inkml:trace contextRef="#ctx0" brushRef="#br0" timeOffset="462274.4997">19720 18281 0,'-25'0'0,"25"25"16,-25-25 109,0 0-110,1 0 1,-1 25 0,0-25-1,0 49 1,0-24 0,25 25-1,0-26 1,25 1-1,0 0 1,49-25 0,-49-25-16,25 0 15,-50 1-15,25-26 16,-25 25 0,0-49-16,0-25 31,0-1-16,0 26-15,0 49 0,24 0 32,-24 1-32,25 48 93,-25 1-93,0 0 16,0 0-16,25 0 0,-25 24 16,25 50-1,0-24 17,-1-1-32,1-49 31,0-25-31,25-25 15,-26 25-15,26-25 0</inkml:trace>
  <inkml:trace contextRef="#ctx0" brushRef="#br0" timeOffset="462494.4872">20191 18107 0,'0'25'47,"0"0"-32,25-25-15,-25 50 32,0-1-32,0-24 15</inkml:trace>
  <inkml:trace contextRef="#ctx0" brushRef="#br0" timeOffset="462674.4759">20290 18058 0,'-25'-25'0,"25"0"16,-24 25-16,24-25 15,-25 25 1</inkml:trace>
  <inkml:trace contextRef="#ctx0" brushRef="#br0" timeOffset="463414.4323">20563 18058 0,'0'-25'0,"-25"25"16,25 50-1,-25-50-15,1 74 16,-1-24-1,25-1 1,0-24 0,0 0-16,25-25 15,-1 0 1,-24-25 0,25-25-16,0-24 31,-25 49-16,25 0-15,-25 50 32,0 0-17,0 25 1,0 49 0,-25 0-1,25 0 1,-25-74-16,0 50 15,25-51-15,0 1 0,-24 25 16,-26-1 0,25-24-1,0-25 17,-24-25-32,49-24 31,0-1-16,25 1-15,49-1 32,0 0-17,1 1 1,-50 24-16,-1 0 16,1 25-16,-25-25 0,50 25 15,-25-25 1,0 1-1</inkml:trace>
  <inkml:trace contextRef="#ctx0" brushRef="#br0" timeOffset="463644.3475">20910 18182 0,'0'-50'16,"0"75"15,0 0-15,0 24-1,25 26 1,-25-26 0,0 26-1,-25-50 1</inkml:trace>
  <inkml:trace contextRef="#ctx0" brushRef="#br0" timeOffset="463814.4085">20985 18033 0,'0'0'0,"-25"0"0,0-25 0,0 25 15,1-25-15,73 25 32,-24 0-32</inkml:trace>
  <inkml:trace contextRef="#ctx0" brushRef="#br0" timeOffset="464084.3472">21357 17909 0,'-25'0'0,"25"25"32,50-25-32,-26 74 31,-24 25-16,0 1-15,0-76 0,-24 51 32,24-50-32,0 24 15</inkml:trace>
  <inkml:trace contextRef="#ctx0" brushRef="#br0" timeOffset="464794.3524">21307 18306 0,'0'0'0,"25"-25"32,0 0-32,24 25 0,26-25 31,-50 25-31,-1 0 0,76-24 15,-26-1-15,-24 25 32,-25-25-17,-25 0 1,-50 25 0,-25 50-1,51-1 1,24-24-1,24 0 1,26-25 0,-25-50-1,0 50-15,0-49 32,-25 24-32,24 0 0,-24 50 46,25-25-46,-25 50 32,50-50-17,-1 0 1,51-25 0,-26 0-1,-24-49 1,-26-1-1,-24 50-15,0-49 16,0 49-16,0 0 16,-24 25 15,24 25-15,0 0-16,0 49 31,-25-49-31,25 124 15,0-124-15,-25 74 0,0 0 32</inkml:trace>
  <inkml:trace contextRef="#ctx0" brushRef="#br0" timeOffset="521860.9797">11733 893 0,'0'0'0,"0"-25"15,0 0 16,0 50 1,0 0-1,0 0-31,-25 0 16,-50 49-1,1 0 16,0 26-31,49-1 16,25-50 15,0-24-31,0 0 32</inkml:trace>
  <inkml:trace contextRef="#ctx0" brushRef="#br0" timeOffset="522330.8839">11410 1240 0,'-25'0'0,"1"0"0,24 25 16,-25-25-1,0 0-15,0 0 16,25 25 31,0 0-31,0-1-1,0 26 1,0-25-1,25 0 1,0-25 62,-25-25-78,25 0 0,-1 25 31,26-25-31,0 0 16,-26 25-16,51 0 31,-50 0-31,-1 0 0,51 25 0</inkml:trace>
  <inkml:trace contextRef="#ctx0" brushRef="#br0" timeOffset="524170.8462">25499 15056 0,'0'0'0,"0"-24"16,0 48 46,0 1-62,-25-25 0,25 25 31,0 0-31,-24 0 0,-1-1 16,25 1-16,-50 25 31,25-1-31,-24 26 32,-26-1-17,75-49-15,-74 25 16,49-25-16,-49 24 15,49-24 1</inkml:trace>
  <inkml:trace contextRef="#ctx0" brushRef="#br0" timeOffset="524570.7845">25003 15429 0,'0'0'0,"-25"0"0,25 24 0,-24-24 15,-1 0-15,50 25 47,-1 0-31,1 0-1,-25 0-15,0-1 16,25 1-16,-25 0 16,0 0-16,25 24 15,-25-24 1,0-50 15,25 25-31,49-49 31,-49 24-31,124-49 0,-125 74 16,76-50-16,-1 0 31,-74 26-31</inkml:trace>
  <inkml:trace contextRef="#ctx0" brushRef="#br0" timeOffset="622255.051">22870 1786 0,'0'0'0,"0"-25"31,0 0-31,0 50 157,0 0-142,0 0-15,0 0 16,0 24-16,25 26 31,-25-51-31,25 26 16,-25-25-16,24-25 0,1 25 15,25-1 1,-1-24-16,-24 0 31,25 0-15,-50-24-16,25 24 16,-25-25-16,24 25 15,-24-50 1,0 25-1,25 25 1,-25-24 0,0 48 156,25 1-172,0 0 0,0-25 15,-25 25 1,24-25-16,1 0 15,0 0-15,0 0 16,0 0 0,-1 0-16,26-50 15,0 1 1,-26-1 15,-24 25-31,0-24 16,0 24-16,0 0 15,-49 0 1,24 0-16,0 1 31,25-1-15,-25 25 0,25 25 15</inkml:trace>
  <inkml:trace contextRef="#ctx0" brushRef="#br0" timeOffset="624274.9301">23887 2034 0,'-25'0'938,"0"0"-891,0 0-32,1 0 17,24 25-17,-25-25 1,0 0-16,0 0 0,0 0 16,25 25-16,-24-25 0,24 24 15,-25-24-15,25 25 16,0 0-1,0 0 1,25 0 15,-1-25-31,-24 24 0,25-24 16,0 0 0,-25 25-16,25-25 0,0 0 15,-1 0 1,1 25-16,0-25 15,-25 25 17,0 0-17,0-1 1,0 1 0,0 0-1,-25-25-15,25 25 16,-25-25-16,1 0 15,-1 0 17,0 0-17,0-25-15,0 25 16,1 0 0,-1 0-16,0 0 0,0 0 15,0 0 1,1 0-16,-1 0 0,0 0 0,0 0 15,25-25-15,-25 25 0</inkml:trace>
  <inkml:trace contextRef="#ctx0" brushRef="#br0" timeOffset="630794.4703">24408 1712 0,'25'0'1015,"-1"0"-1015,1 0 32,0 0-17,0 0 32,0 0-47,-1 0 16,1 0-16,0 24 15,0-24 1,0 0-16,-25 25 0,24-25 16,1 0-1,0 0-15,-25 25 0,25-25 16,0 0-16,-1 0 16,1 0-16,-25 25 0,25-25 0,0 0 15,0 0-15,0 0 16,-25 25-16,24-25 0,1 0 15,0 0-15,-25 24 32,-25-24 155,25 25-156,-25-25-31,25 25 0,-24-25 16,-1 25-16,-25 24 16,25-24-16,-24 0 31,-1 49-31,0-24 31,26-25-15,-1 0-16,25-50 94,-25 25-32,25-50-46</inkml:trace>
  <inkml:trace contextRef="#ctx0" brushRef="#br0" timeOffset="735158.3801">25574 1687 0,'0'-25'31,"0"0"-16,-25 25 1,0 0 15,25-25 16,0 0-31,25 1-1,0 24 17,-1-25-32,1 25 31,0 0-15,-50 0 30,0 0-30,25 25 0,-24-25-1,24-25 173,0 0-157</inkml:trace>
  <inkml:trace contextRef="#ctx0" brushRef="#br0" timeOffset="736118.3254">25202 2108 0,'-25'0'94,"0"25"-16,0 25-78,0-50 0,1 25 0,-1-1 16,0 1-16,-49 74 15,49-74-15,0 50 16,0-26 0,50-49-1</inkml:trace>
  <inkml:trace contextRef="#ctx0" brushRef="#br0" timeOffset="736968.2731">25648 1662 0,'-25'0'0,"0"0"16,-24 0-16,-1 0 31,75 0 0,0-25-15,24 0-1,1 0 1,24 25 0,-24 0-1,-25 25 1,0 0-16,-1 25 15,1-50-15,-25 25 0,0 24 32,0 50-32,-49-24 31,-26-26-15,1 1-16,49-50 0,0 25 31,0-25-31,1 0 0,-1 0 15,25-25 1,-25 25 0,25-25-1,0 0 1,25 25 0,0 25-1,24 25 1,26-1-1,-26 1 17,26-25-32,-26 0 31,-24-25-31,0 0 0</inkml:trace>
  <inkml:trace contextRef="#ctx0" brushRef="#br0" timeOffset="737548.239">26268 1811 0,'0'0'0,"0"25"62,-25-1-62,25 1 0,0 0 16,-24 0 0,-1 49-16,25-49 31,0 0-15,25-25-16,-1-25 31,1 25-31,25-50 15,-50 26-15,25-1 16,-25 0 0,0 50-1,0 0 1,0-1 0,24 1-16,26 0 15,-25-25-15,0 0 16,49 0-1,0-50 17,-24 1-32,-50 24 0,25-25 31,-25 26-31,0-1 0,-25 0 16,0-49-16,-24 49 31,24 25 0</inkml:trace>
  <inkml:trace contextRef="#ctx0" brushRef="#br0" timeOffset="738318.1932">26863 2009 0,'0'0'16,"-24"0"-16,48 0 47,-24 25-31,0 0-1,0 49 1,0 1-1,0-51 17,0-48-17,25-1 1,50-50 0,-1 1-16,-24 49 31,-25 25-16,-1 25 1,-24 0-16,0 24 16,0-24-16,0 0 0,-24 0 15,-1 0 1,25-50 15,25 0-31,-1 0 16,1 0-16,0 1 15,0 24-15,-25-25 16,25 25 0,-25 25 15,24-25-15,-24 74-16,25-24 31,-25-26-31,25 26 15,0-50-15,0 25 16,24 0 0,50-50-1</inkml:trace>
  <inkml:trace contextRef="#ctx0" brushRef="#br0" timeOffset="740968.0367">22473 273 0,'-25'0'15,"-24"0"1,-1 0 0,25 0-16,-24 49 31,24-24-15,25 25-16,0-25 0,25-1 31,-1 1-31,-24 0 0,25-25 15,0 50 1,25-1 0,-26-24-1,1 0 1,-25 0-16,0 0 16,-25-25-16,25 24 0,-49 1 15,-26 25 1,1-50-1,0 0 17,49-25-32,74 0 31,-49 0-31,25 1 0</inkml:trace>
  <inkml:trace contextRef="#ctx0" brushRef="#br0" timeOffset="741447.9665">22796 546 0,'-25'0'0,"25"-25"62,-25 25-62,0 0 16,0 0 0,0 50-16,1-50 15,-1 24 1,25 26 0,25-25-16,-25 0 0,24-25 31,1 0-31,0 0 0,0 0 15,25-50 1,-50 0 0,0 1-1,-25 49 1,25-25-16,0 50 31,25 24-15,24 1-1,1-25 17,-25 0-32,-1-1 0,1-24 31</inkml:trace>
  <inkml:trace contextRef="#ctx0" brushRef="#br0" timeOffset="741967.9777">23118 471 0,'0'25'47,"0"0"-47,0 0 0,0 0 16,25 24-1,-25 1 1,0-75 31,25 0-32,-1 0 1,51 1 0,-26-1-16,-24 25 0,0 0 31,0 25-31,-25-1 15,0 26 1,0-75 15,25 0-15,-1 1-16,26-26 16,-25 50-16,0-25 15,-25 50 16,24 25-31,-24 24 32,-24-24-32,24-26 0,0 1 31,24-25-31</inkml:trace>
  <inkml:trace contextRef="#ctx0" brushRef="#br0" timeOffset="742227.962">23812 496 0,'0'0'0,"0"25"62,0 0-62,0 0 0,0 24 32,-24 26-32,-1 24 31,25-50-15,0-24-16</inkml:trace>
  <inkml:trace contextRef="#ctx0" brushRef="#br0" timeOffset="742547.9434">23862 546 0,'-25'0'0,"25"-25"16,-25 25-16,25-25 15,25 0 1,75 25-1,-51 0 17,-24 25-32,-25 25 31,-25 24-15,-74-49-16,-25 0 31,74-25-16,50-25 1,0 0-16</inkml:trace>
  <inkml:trace contextRef="#ctx0" brushRef="#br0" timeOffset="742867.9245">24209 322 0,'0'0'0,"-24"0"16,24 25 46,0 0-46,0 0-16,0 0 0,0 24 16,0 51-1,24-26 1,-24-49 0,0 0-16</inkml:trace>
  <inkml:trace contextRef="#ctx0" brushRef="#br0" timeOffset="743097.8756">24383 471 0,'-25'0'0,"25"25"46,25-25-30,-25 25-16,0 0 0,25 0 16,-25 24-1,0-24-15,0 0 16,0 0-16</inkml:trace>
  <inkml:trace contextRef="#ctx0" brushRef="#br0" timeOffset="743297.8265">24507 372 0,'0'-25'0,"0"0"31</inkml:trace>
  <inkml:trace contextRef="#ctx0" brushRef="#br0" timeOffset="743717.8746">24507 496 0,'0'0'16,"25"25"15,-25 0-15,0 24-16,0 1 31,0-25-16,0-50 17,25 0-32,-1 0 15,26-24 1,0 24 0,-1 25-1,-24 25 1,0 24-1,-25 1 17,0 0-32,0-26 31,25 1-31</inkml:trace>
  <inkml:trace contextRef="#ctx0" brushRef="#br0" timeOffset="744297.8407">25202 595 0,'0'0'16,"0"-24"-16,-25 24 0,0 0 0,0-25 16,0 25-16,25 25 31,0-1-16,0 1-15,-24 25 32,24-25-32,24-25 31,1 0-31,0-50 16,0 25-16,-25-24 0,49 24 31,-49 0-16,0 50 1,0 0 0,0 24-1,0-24-15,0 74 16,0-74-16,-24 74 16,-51 0-1,26 1 1,24-100-16,0 24 15,25 1-15,-25-25 0,0-25 32,25 1-32,-24-26 31,24-24-15,0-1-16,49 50 31,-49 1-31,75-1 15,-51 25-15,51 0 16,24-25 0</inkml:trace>
  <inkml:trace contextRef="#ctx0" brushRef="#br0" timeOffset="744647.8225">25871 446 0,'0'-49'32,"25"49"-32,25 0 15,-1 0-15,75-25 16,-99 25-16,74 0 16,-24 0-1,-50 0 1</inkml:trace>
  <inkml:trace contextRef="#ctx0" brushRef="#br0" timeOffset="744827.809">26169 397 0,'-74'25'16,"148"-50"-16,-148 74 15,74-24 1,0 0-1,0 0-15,0 49 16,0-49-16,24 25 16,-24 24-1,0-24 1</inkml:trace>
  <inkml:trace contextRef="#ctx0" brushRef="#br0" timeOffset="745277.708">26665 347 0,'0'0'0,"-25"0"15,0 0 1,25 50-1,0 49 1,-24 0 0,24-74-16,-50 74 15,50-74-15,0 0 16,0-50 15,25 0-31,0-24 16,24-1-1,-24 25-15,0 1 32,0 24-32,-1 0 15,-24 24 1,25 51 0,0-26-16,-25 1 31,25-50-31,-25 25 15,25-25-15</inkml:trace>
  <inkml:trace contextRef="#ctx0" brushRef="#br0" timeOffset="745667.7601">27037 695 0,'0'0'16,"25"0"-16,25 0 15,-26 0 1,1 0-16,50 0 16,-26 0-16,-24-25 0,0-25 31,-25 25-16,-50 1 1,1 24 0,49 24-16,-50 1 15,25 25-15,25-1 16,0 1 0,50 0-1,24-1 1,-49-49-16,25 0 15,-26 0-15,1 0 16</inkml:trace>
  <inkml:trace contextRef="#ctx0" brushRef="#br0" timeOffset="745977.6681">27632 595 0,'0'-24'15,"0"48"-15,25-48 16,0 48-1,0 1 1,24 74 0,-24-49-1,0 24 1,-75-49 0,26-25-1,-26-25 1,-24-24-1,49 24 17,25-25-32,0 26 31,25 24-31,-1 0 16,26-25-16,-25 25 0</inkml:trace>
  <inkml:trace contextRef="#ctx0" brushRef="#br0" timeOffset="746317.7208">27880 595 0,'0'0'0,"25"0"31,50 25-15,-26 25-1,-24-1 1,-25 1-1,0-25 17,-25-25-17,25-25 1,0 0 0,0 0-16,0 1 15,50-26 1,-25 50-16,0-25 15,49 0 1,-24 25 0,-26 0-1</inkml:trace>
  <inkml:trace contextRef="#ctx0" brushRef="#br0" timeOffset="746747.6965">28724 695 0,'0'0'0,"-25"0"16,0 0-16,-24 24 31,-26 26-16,50-25 1,1 0 0,24-1-1,49-24 1,26-49 0,-1-1-1,-49 1 1,0 49-1,-25 24 17,0 1-32,0 50 31,49-26-15,1-24-16,-25-25 31,-1 0-31</inkml:trace>
  <inkml:trace contextRef="#ctx0" brushRef="#br0" timeOffset="747277.6638">29046 670 0,'0'-25'16,"0"50"15,25 24-15,0 1-1,-25 0 17,25-75-1,-25 0-15,49 0-16,1 0 31,0 1-16,-26 48 1,-24 51 0,0-26-1,0-24-15,-24 0 16,48-25 15,-24-25-31,75-24 16,-1-1-1,-74 25-15,50 0 32,-25 25-32,-1 0 0,1 25 31,25 25-15,-50 24-16,0 1 31,-25-51-31,25 26 15,-50-25-15,1-25 16</inkml:trace>
  <inkml:trace contextRef="#ctx0" brushRef="#br0" timeOffset="749067.5584">22299 1240 0,'0'25'31,"50"-25"0,-25 0 1,0 0-17,-1 0 1,100 0 0,0 0-16,1 0 31,-76 0-31,26 0 15,-26 0-15,-24 0 0,74 25 16,25-25 0,25 0-1,25 0 1,-1 0 0,-123 0-16,99 0 15,-100 0-15,1 0 0,99 0 16,49 25-1,-24-25 17,-25 0-32,-25 0 31,-75 0-31,26 0 16,-1 0-16,50-25 0,75 25 31,-1-25-16,-74 25 1,0 0 0,-99 0-16,24 0 15,-24 0-15,0 0 0,74 0 16,25 0 0,25 0-1,-50 0 1,1 0-1,-76 0-15,51 0 32,-26 0-32,-24 0 0,99 0 0,50 0 31,0 0-15,-50 0-16,0 0 31,-100 0-31,51 0 15,-26 0-15,-24 0 0,74-25 16,75 25 0,24 0-1,-24 0 1,-50 0 0,-99-25-16,74 25 15,-74 0-15,25 0 0,49 0 16,50 0-1,-1 25 17,-24-25-32,25 25 31,-124-25-31,99 0 16,-49 0-16,-1 0 0,25 25 31,-24-25-16,-51 0 1,1 0 0,-74 0-1</inkml:trace>
  <inkml:trace contextRef="#ctx0" brushRef="#br0" timeOffset="862830.7766">23217 2877 0,'0'-24'47,"0"48"172,0 1-204,0 0 1,0 0 0,0 0-1,0-1-15,-25-24 31,25 25-31,0 0 16,0-50 15</inkml:trace>
  <inkml:trace contextRef="#ctx0" brushRef="#br0" timeOffset="863540.796">23192 2753 0,'-24'0'31,"-1"0"0,25 25-31,-25-25 16,25 25-16,-25 0 16,25 0 15,-25-25-16,50-25 32,0 0-31,-25 0 0,25 0-1,0 25 1,-1 0 15,1 0 0,-25 25 1,50-25-17,-25 25-15,24-25 31,26 25-31,-1-25 16</inkml:trace>
  <inkml:trace contextRef="#ctx0" brushRef="#br0" timeOffset="866390.6276">22498 3398 0,'0'25'63,"-25"-25"-32,0 0-15,0 0-1,1 0-15,-1 0 16,0 0-1,0 0 1,0 50-16,25-26 31,0 1-31,0 0 16,0 0 0,0 0-16,25-25 15,0 24 1,0-24-1,24-49 1,-24-1 0,-25 1-1,25 49-15,0-25 16,-25 50 62,0-1-62,0 1-16,0 0 15,25 25-15,-25-1 32,24-24-17,26 0 1,0-50-16</inkml:trace>
  <inkml:trace contextRef="#ctx0" brushRef="#br0" timeOffset="866860.6">22696 3423 0,'0'0'0,"25"25"47,0-25-47,0 25 31,0 24-31,-25-24 16,0 25 0,0-26-16,-25 1 15,0-25 1,25-25-1,25 25 1,0-74 0,-1 49-16,26 0 15,-25 1 1,0 24-16,-1 0 31,1 24-15,-25 1-1,0 0-15,0 0 16,0 24-16,0-24 0,0 0 16,0 0-1,0 0-15,0 0 32,50-25-32</inkml:trace>
  <inkml:trace contextRef="#ctx0" brushRef="#br0" timeOffset="867470.5637">23341 3473 0,'-25'0'0,"1"0"0,-1 0 16,25 24-1,-50 1-15,50 0 16,-25-25-1,25 25-15,25-25 16,25-25 15,-25-25-31,-1 26 32,-24-1-32,25 25 15,-25 25 32,0-1-47,0 1 16,0 0-16,0 49 15,0-49-15,0 0 16,0 50-16,0-1 16,-49 25-1,49-49 16,-25 24-31,0-49 16,0-25-16,0 25 31,1-25-31,-1 0 16,0-25 0,0 0-1,25-49 1,0 24-1,0 25-15,50-49 16,-25 74-16,-1-50 16,51 1-1,-50 24 1,-1 0 0</inkml:trace>
  <inkml:trace contextRef="#ctx0" brushRef="#br0" timeOffset="867970.5397">23465 3522 0,'25'25'47,"-25"0"-47,0 0 15,0-1 1,0 26-16,0 0 16,25-1-1,0-49 16,-25-24-15,49-1-16,-24-50 31,0 50-31,-25 1 32,0 48-17,0 1 1,0 0-1,25 0-15,24 0 16,-24-25 0,0 25-16,0-25 15,24 0 1,-49-50 0</inkml:trace>
  <inkml:trace contextRef="#ctx0" brushRef="#br0" timeOffset="868240.5184">23937 3324 0,'0'0'0,"0"25"31,-25-1-16,0 51 1,25-26 0,0-24-16,0 50 15,0-51 1,0 51-16,0-25 16,0-26-1</inkml:trace>
  <inkml:trace contextRef="#ctx0" brushRef="#br0" timeOffset="868740.4893">24309 3497 0,'0'0'0,"-25"0"16,0 0-1,0 25 1,-24 0 15,24 0-31,0 0 0,25-1 0,0 1 16,0 0-1,25-25 1,0-25 15,-1-49-31,1 74 16,-25-50 0,25 50-1,-25 25 1,0 0-1,25 24 1,0 1 0,-1 0-1,26-25 1,-25-25 0,0-25-1</inkml:trace>
  <inkml:trace contextRef="#ctx0" brushRef="#br0" timeOffset="869110.4672">24507 3547 0,'0'0'15,"0"25"17,25 0-17,24-1 1,-24 1-1,0 0-15,-25 0 16,25 0-16,-25 0 16,0-1 15,-25-24-31,0-24 31,25-1-31,0-25 31,25 0-31,49 1 16,1 24 15,-26 25-31,-24 0 32,0 0-32</inkml:trace>
  <inkml:trace contextRef="#ctx0" brushRef="#br0" timeOffset="869810.426">22622 3994 0,'0'0'0,"-25"0"31,25 24-15,0 1-1,-50 25 1,26 24 0,24 1-1,0-1 16,0 0-31,0-24 16,-25-50-16,0 25 31,25 0-31</inkml:trace>
  <inkml:trace contextRef="#ctx0" brushRef="#br0" timeOffset="870040.4134">22423 4316 0,'0'0'0,"0"-25"15,25 25 17,0 0-17,25 0-15,24-25 31,-24 25-31</inkml:trace>
  <inkml:trace contextRef="#ctx0" brushRef="#br0" timeOffset="870320.3957">22796 4167 0,'0'0'15,"24"0"1,26 25-1,24 0 1,-24 24 0,-25-24-1,-25 0-15,0 0 16,-25-25 0,0 0-1,-24-50 16,49 25-31,0 1 16,24-1-16,1 25 16,0-25-1,25 25-15</inkml:trace>
  <inkml:trace contextRef="#ctx0" brushRef="#br0" timeOffset="871170.2719">23292 4316 0,'24'0'15,"26"-25"-15,24 0 16,1 1 0,-50-1-1,-1 25-15,1-25 0,-74 25 31,24 0-31,-25 0 16,1 25 15,24-25-31,25 49 32,49-24-17,75-25 1,-24 0-1,24 0 1,-50-25 0,-49 25-1,-25-24-15,0-1 16,-25 25 15,-25 0-31,26 25 31,-26-1-31,50 1 16,25 0 15,24-25-31,1-25 32,-25-24-17,0-1 1,-25 75 31,0 0-47,-25-25 15,25 49 1,0 26 0,-25-26-1,25-24-15,0 25 31,0-26-31,-25 1 16,25 0-16,0-50 31,25 25-15,0-25 0,0 25-16,49-49 15,-49 49-15,0 0 16,24-25-1,1 0 1,-50 0 0</inkml:trace>
  <inkml:trace contextRef="#ctx0" brushRef="#br0" timeOffset="872940.2411">26913 3299 0,'-25'0'63,"0"0"-47,1 0-1,-1 0 1,0 25-16,0 0 15,0 24 1,25 1 0,25-25-1,25-1 1,-1-24 15,-24-24-31,0-1 31,0 0-31,-25 0 16,0 0-16,0 1 0,0-1 16,0 50 31,25-25-32,-1 74 1,1-49-1,0 0-15,0 24 16,0-49 0,0 0-16</inkml:trace>
  <inkml:trace contextRef="#ctx0" brushRef="#br0" timeOffset="873390.2148">27260 3274 0,'0'0'0,"0"25"32,25-25-17,0 50 1,0 49-1,-25-74 1,0-1 0,0-48 31,0-1-47,49-25 15,1 1 16,-25 24-31,0 25 16,-25 49-16,24-49 0,1 25 16,-25 0-1,25 25-15,-25-1 32,0 1-17,0-25 1</inkml:trace>
  <inkml:trace contextRef="#ctx0" brushRef="#br0" timeOffset="873990.18">28054 3423 0,'0'-25'0,"-25"25"15,0 0 1,25 25-16,-24 0 31,24 0-31,-25-25 16,50 0 15,-1-25-15,-24 0-1,25 0 1,-25 0 0,0 50 15,0 0-15,0 49-1,0 26 16,0-1-31,0-74 16,0 49-16,-25-74 0,25 25 16,-24 25-1,-1-1-15,0-49 32,-25 25-17,1-50 1,-1-24-1,25-1 1,25 25-16,0-24 16,0 24-16,25 0 15,50-25 1,24 25 0,-74 1-1</inkml:trace>
  <inkml:trace contextRef="#ctx0" brushRef="#br0" timeOffset="875010.1186">28327 3373 0,'0'0'0,"-25"0"31,25 25-31,0 0 15,0 0 1,0 24 0,0-24-16,0 0 15,0 0-15,25-25 16,-25 25-16,25-25 31,0 0-31,24-50 31,-24 0-15,0 26-16,-25 48 31,0 1-15,0 0 0,0 0-1,49 0 1,-24-25-1,0-25-15,25-25 16,-50 25 0,24 1-16,1-51 15,0 26 1,-25 24 0,0 50 30,-25 24-46,0 1 16,1 24 15,24-24-31,24-25 32,26-1-17,-25-24-15,49 0 16,-49 0-16,25-24 15,-1-1 1,1-25 0,-50 25-1,0 1 1,-25 24 46,25 24-62,-25 1 16,0 0-16,25 0 31,0 0-31,25-25 16,0 0 0,0-25-1,0-25 1,-1 50-16,-24-25 15,25 25 1,-25 25 0,50 25-1,-25-25 1,24-25 0,1 0-1,-50-25-15,50 0 16</inkml:trace>
  <inkml:trace contextRef="#ctx0" brushRef="#br0" timeOffset="875590.0843">29344 3349 0,'0'0'0,"-25"0"32,50 24-1,-25 1-31,25 0 15,0-25-15,-1 74 16,-24-49 0,25 0-16,-25 0 15,-25-25 17,25-25-17,0 0-15,0 0 0,25-24 31,0 49-31,25-25 0,24-25 16,25 50 15,-49 0-31,-25 0 16</inkml:trace>
  <inkml:trace contextRef="#ctx0" brushRef="#br0" timeOffset="876290.0426">27310 4043 0,'0'0'16,"0"25"15,0 0-31,0 49 31,-25 25-31,0-24 31,25-26-15,0-24-16,0 0 0</inkml:trace>
  <inkml:trace contextRef="#ctx0" brushRef="#br0" timeOffset="876460.0353">27260 4366 0,'100'-248'47,"-200"496"-47,200-521 0,-76 248 0,1 0 15,-25 0-15,50 1 16,-25-1-16,24 0 16,1 25-1,-25 0 1</inkml:trace>
  <inkml:trace contextRef="#ctx0" brushRef="#br0" timeOffset="877519.9701">27360 4217 0,'-25'0'0,"74"0"32,-24 0-32,50 0 15,24 0 1,-25 0-1,-24-25 1,-25-25 0,-25 1-1,0 24 1,24 0 15,-24 50 0,25 0-31,50 0 16,-26 24 15,-49 1-15,-25-1 0,25-24-1,25-25 1,25 0-1,-1 0 1,-24-25-16,25 1 16,-25-1-16,-25 0 15,25 0 1,-50 25 15,0 25-31,0 0 31,25 0-15,25-1-16,49-24 31,26 0-31,-26-24 32,-49 24-32,0-25 15,-25 0-15,0 0 16,-25 50 15,0 0-15,0 0-16,25-1 15,25-24 17,0 0-17,-25-49-15,49 24 31,-24 0-15,-25 50 0,0 0-1,-25 24-15,1 1 32,-1 24-17,0 1 1,25-50-1,0-1-15,25-24 16,0 0-16,24-24 16,50-1-1,-49-25 1,24 1 15,-49 24-31</inkml:trace>
  <inkml:trace contextRef="#ctx0" brushRef="#br0" timeOffset="877669.9618">28922 4490 0,'-25'0'15,"25"-25"1,0 0-1,-24 0 1</inkml:trace>
  <inkml:trace contextRef="#ctx0" brushRef="#br0" timeOffset="884069.5852">21679 5060 0,'-25'-25'0,"25"1"31,-24 24-31,48 0 94,1 0-79,25 0-15,-25 0 16,24 24-16,1 26 31,-25 0-31,-25-1 31,-99 26-15,-1-26 0,26 1-1,49-50 1,0 0-1,25-25 1,0 0 0,25 25-1,0 0 1,24 0 0,1 25-1,-25 0-15,25 0 16,-26-1-1,-24 1 1,25 0-16,0-25 31,0 0-31</inkml:trace>
  <inkml:trace contextRef="#ctx0" brushRef="#br0" timeOffset="884649.4994">22151 5135 0,'0'-25'16,"-25"25"-16,25 25 47,0-1-32,0 1 1,-25 50-16,0-75 0,0 49 31,25-24-31,-24 0 0,24 0 16,0-50 31,24 0-47,1-25 15,-25 26-15,25-26 16,-25 25-16,0 0 0,25-49 16,0 24-1,-25 26 1,24 24 15,1 24 0,-25 1-15,25 25-16,0 49 31,0-25-15,-25-24 0,24-50-16,-24 25 15,0 0-15,25-25 16</inkml:trace>
  <inkml:trace contextRef="#ctx0" brushRef="#br0" timeOffset="885129.4596">22101 4986 0,'0'0'0,"0"-25"15,-25 25 1,25 25 62,25-25-78,25 0 0,-1 0 31,50 0-31,-74 0 0,25 0 16,-25 0-16,-1 0 15,1 0 1,-25 25 0,-25-25-1,1 0 17,-1 0-32,0 0 15</inkml:trace>
  <inkml:trace contextRef="#ctx0" brushRef="#br0" timeOffset="886089.393">21481 5804 0,'0'0'0,"-25"0"16,0 0 0,0 0-1,1 0 32,24 25-31,24-25 15,1 0-15,0 0-1,0 0-15,49 0 16,-49 0-16,49 0 16,26 0-1,-1-25 1,25 25-1,-99 0-15,74 0 16,-74 0-16,0-25 0,49 25 16,0 0-1,-49 0 1,0 0 0,-25 25-1,25-25-15,0 0 16,-1 0 15,-48 0 0,-1 0-15</inkml:trace>
  <inkml:trace contextRef="#ctx0" brushRef="#br0" timeOffset="886989.3721">21580 6350 0,'0'0'0,"-25"0"16,0 0 0,50 0 46,0 0-46,0 0-1,74 0 1,0-25 0,25 0-1,-24 1 1,-51 24-1,-24 0-15,-25 24 63,-25-24-63,25 25 31,-49-25-31</inkml:trace>
  <inkml:trace contextRef="#ctx0" brushRef="#br0" timeOffset="887389.3501">21853 6325 0,'0'25'110,"0"0"-95,0 0 1,0-1 0,0 1-1,0 0-15,-25 74 16,25-74-16,0 49 16,-25 1-1,25-26 1</inkml:trace>
  <inkml:trace contextRef="#ctx0" brushRef="#br0" timeOffset="888259.3386">22175 6697 0,'25'0'32,"-74"0"77,24 25-93,0-25-1,25 25 1,-25-25-16,0 0 0,1 25 31,24-1-31,-25-24 0,25 50 31,0-25-31,25 0 32,-1-25-32,1 0 15,-25 25 1,25-25-16,0 0 15,-25 24 1,0 1 0,-25-25-1,-25 50 1,26-50-16,-76 25 31,76-25-31,-26 0 0,25 0 16</inkml:trace>
  <inkml:trace contextRef="#ctx0" brushRef="#br0" timeOffset="891889.0468">23019 5531 0,'25'0'47,"-1"25"-16,1-25-15,-25 25 0,25-25-16,-25 25 15,25 24 1,-25-24 15,-25 0-31,-25-25 16,1 25 15,24-50-31,0 25 0,25-50 31,0 26-31,-25-1 16,25 0 0,0 0-1,0 0 1,25 25-1</inkml:trace>
  <inkml:trace contextRef="#ctx0" brushRef="#br0" timeOffset="892259.0995">23143 5482 0,'0'0'0,"25"0"15,-1 0 1,1 0-16,0 0 15,0 25 1,24-1-16,-49 1 16,25 25-1,0-1-15,-25 1 32,0-25-17,-25-25 1,25-25-1,0-25 1,25-24 0,0 24-1,24 1 1,-24 49-16,25 0 31,-50-25-31,25 25 0,24 0 0</inkml:trace>
  <inkml:trace contextRef="#ctx0" brushRef="#br0" timeOffset="892919.0073">24234 5308 0,'0'0'16,"-25"0"-16,50 0 47,0 0-32,0 25 1,24 0 0,-49 49-1,0-24 1,-24-25-16,-1-1 31,0 1-31,-25 0 0,26-25 16,-1-25 15,25-24-31,25-1 31,-1 50-15,26 0 0,-25 50-1,0-1-15,-1 1 31,1-50-15,-25 25-16,25-25 16</inkml:trace>
  <inkml:trace contextRef="#ctx0" brushRef="#br0" timeOffset="893399.0322">24705 5333 0,'-24'0'31,"24"25"-15,0 0-1,0 49 1,0-24 0,0-1-1,0-24-15,-25-25 16,25 25-16,-25-25 15,25-25 1,0-25 0,0-24-1,50 0 1,-50 49-16,24 0 31,1 0-31,0 25 16,0 25 15,-25 0-31,25 24 31,-1 26-31,-24-50 16,0 24 0,0-24-16,25 25 15,-25-26-15,25-24 31</inkml:trace>
  <inkml:trace contextRef="#ctx0" brushRef="#br0" timeOffset="893628.9696">24730 5333 0,'0'0'0,"-25"0"16,25-25-1,0 0-15,100 1 32,-1-1-17,-74 25-15,24 0 16,-24 0-16</inkml:trace>
  <inkml:trace contextRef="#ctx0" brushRef="#br0" timeOffset="894118.9902">25450 5184 0,'0'0'15,"0"-25"1,-25 50 31,25 0-32,-25 0 1,-25 24-16,26 26 16,-26-1-1,50-24 1,0-25-16,0 24 31,0 1-31,0-25 0,0 49 31,0-24-15,-25-1 0,-24-24-1,24-25-15,0 25 0</inkml:trace>
  <inkml:trace contextRef="#ctx0" brushRef="#br0" timeOffset="894328.9187">25226 5631 0,'0'0'0,"0"-25"0,0 0 16,50 25-1,0-25 1,-1 25 15,1 0-31,-50-25 16</inkml:trace>
  <inkml:trace contextRef="#ctx0" brushRef="#br0" timeOffset="894828.882">25673 5655 0,'-25'0'47,"0"0"-32,25 25 1,-25-25 0,25 25-16,-24 0 15,-1 24 1,25-24 15,0 0-31,49 25 0,-24-50 16,0 25-16,-25 49 31,-25-24-31,-74-26 31,74 1-31,-49-25 16,24 0-16,25 0 0</inkml:trace>
  <inkml:trace contextRef="#ctx0" brushRef="#br0" timeOffset="896988.8204">25226 6995 0,'0'-25'156,"25"25"-156,-25-25 16,25 1-16,-25-1 0,25-25 31,-25 25-31,25-24 16,-1 24-16,-24 0 0,25-25 16,-25-24-1,0 24-15,0 26 31,0-1 1,25 25-32,0-50 15,24 1 1,-24-1 15,-25 25-31,0 0 47,0 50 78,-25-25-109,25 25-16,-24-25 15,24 25-15,-25 0 16,0-1-16,0-24 31,25 25-31,-25-25 0,1 0 16,24 25-16,0-50 31,24 25-31,1-49 31,0 24-31,0-25 16,0 50-16,-1-25 16,-24 1-1,25 24 16,0 24-15,0 1 0,0-25-16,49 50 15,-49-25 1,49 24-16,25-24 31,-74-25-31</inkml:trace>
  <inkml:trace contextRef="#ctx0" brushRef="#br0" timeOffset="908648.7914">27360 5358 0,'-25'0'16,"0"0"15,0 0-15,50 0 202,0 25-202,0-25-16,-1 24 16,1-24-1,25 25-15,24 0 32,-49 0-32,74 0 15,-74-25-15,0 0 0,0 0 31,-1 0-15,1 0 0,-50 24 46,1-24-46,24 25-16,-25-25 0,0 25 15,-25 25 1,26-50-16,-51 49 31,50-24-31,-24 0 0,-1 24 32,25-24-17,1 0-15</inkml:trace>
  <inkml:trace contextRef="#ctx0" brushRef="#br0" timeOffset="909008.7697">27856 5755 0,'24'-25'16,"-48"25"15,24 25-31,0-1 16,-25-24-1,-25 50 1,1 0 0,24-25-16,-25-1 15,50 1-15,-25 0 16,-24 25-16,-1-26 16,50 1-1</inkml:trace>
  <inkml:trace contextRef="#ctx0" brushRef="#br0" timeOffset="909788.7231">28625 5407 0,'0'-24'15,"-25"24"1,25-25 31,25 25-31,-1 0-1,26 0-15,24 0 31,1 0-15,-26 25 0,-49-1-16,0 26 15,0-25-15,0 0 16,-24 24-16,-76 26 16,1-26-1,25 1 1,-1-25-1,51-25 1,-1 0-16,0 0 0,25-25 47,0 0-31,25 25-1,0-25-15,-1 25 31,1 0-31,50 25 16,-51-25 0,1 25-16,25 24 15,-25 1 1,-1-25 0,1 0-1,0-25-15,0 0 16,0 0-1,-25 25 1,24-25-16</inkml:trace>
  <inkml:trace contextRef="#ctx0" brushRef="#br0" timeOffset="912168.5831">29344 5383 0,'-25'0'15,"0"0"17,25 24-1,-24-24-15,24 25-1,0-50 79,0 1-94,24 24 16,-24-25-1,25 25-15,0 0 16,25 0-1,-1 25 1,-24-1 15,-25 51-31,0-50 32,0-1-32,-25 26 15,0-50-15,1 25 0,-26 24 31,0 1-15,1-25 0,24-25-16,25-25 47,25 0-32,0 0 1,-1 25-16,1-24 15,0 24 1,0 0-16,0 0 16,-1 49-1,1 1-15,0-1 32,0 1-17,24 0-15,-24-50 31,0 0-31,25 0 16,-26-25 0</inkml:trace>
  <inkml:trace contextRef="#ctx0" brushRef="#br0" timeOffset="912688.5544">29939 5507 0,'-25'0'16,"1"0"15,24 24-15,0 26 0,0 49-1,0-49-15,0-25 31,0-50 1,0-25-17,24 1 1,51-51 0,-50 26-1,-1 49 1,-24 0-1,25 25 1,-25 25 15,25 0-31,0 74 32,0-24-17,-25-26-15,0-24 16,24 0-1,-24 0-15,25-1 16,0-24 0,25 0-1</inkml:trace>
  <inkml:trace contextRef="#ctx0" brushRef="#br0" timeOffset="913078.5401">30014 5432 0,'0'0'0,"-25"0"0,0 0 0,0 0 15,25-25 16,25 25 1,0 0-32,24 0 15,-24 0-15,99-24 16,-99 24-16,50-25 16,-1 25-1,-99 0 32,25 25-47,-25-25 31</inkml:trace>
  <inkml:trace contextRef="#ctx0" brushRef="#br0" timeOffset="917138.2901">30907 5234 0,'-25'0'266,"25"25"-235,-25-25 16,25 24-47,0 1 78,-25-25-46,25 25-32,0 0 15,0 0 16,0-1-31,0 1 32,0 0-32,0 0 15,0 0 1,0-1 0,0 26-1,25 0 1,-25-26-1,0 1 1,0 0-16,0 0 0,0 0 16,0-1-1,-25 1-15,25 0 32,-25 0-17,25 0-15</inkml:trace>
  <inkml:trace contextRef="#ctx0" brushRef="#br0" timeOffset="917468.2921">30683 5680 0,'0'0'0,"-24"0"0,-1 0 16,50 0 15,24 0 0,26-25-15,24 1 0,-74 24-16,49-25 15,-49 25 1,0 0-16,-25-25 0</inkml:trace>
  <inkml:trace contextRef="#ctx0" brushRef="#br0" timeOffset="918998.254">31130 5755 0,'0'-25'31,"-25"25"1,50 0 77,0 0-93,-1 0-1,1 0 1,-25 25-16,0-1 16,25 1-1,-25 25-15,0-25 31,0 0-31,-50-1 16,50 1-16,0 0 16,-24-25-1,24-25 17,24 0-32,1 1 15,25-26 1,-25 50-16,24-50 15,-24 50 1,0 0 0,-25 25-1,25 0-15,-25 0 32,0 0-17,25-50 32,-1 25-31,-24-25-16,25 0 15,0 0-15,0 25 16,0 0-16,-1 0 16,-24 25 15,0 0-31,25 0 15,0 0 1,-25-1 15,25 1-31,0-25 32,-1 25-17,1-25-15,0 0 31,0 0-31,-25-25 16,0 0 47,-25 25-63,0 0 125,25-24-16,0-1-78</inkml:trace>
  <inkml:trace contextRef="#ctx0" brushRef="#br0" timeOffset="920348.1753">26442 7293 0,'0'0'0,"0"-25"0,-25 25 32,25-25-17,-25 25 1,0 0-1,1 0 17,24 74-17,-25 1 1,0 49 0,25-99-16,0 49 15,-25-49-15,25 0 16,0 24-16,0-24 0,-25 74 31,1-74-31,-1 25 0,-25 24 31,25-49-31,25 0 16,25-25 0</inkml:trace>
  <inkml:trace contextRef="#ctx0" brushRef="#br0" timeOffset="920538.1631">26144 7813 0,'0'0'0,"-25"0"0,25-24 16,0-1-16,50 25 15,49-25 1,-49 0-1,24 25 1,-74-25-16</inkml:trace>
  <inkml:trace contextRef="#ctx0" brushRef="#br0" timeOffset="920868.1438">26665 7739 0,'0'0'0,"-25"0"0,0 0 31,1 25-31,-1 24 16,25-24-16,-25 25 15,25-25 1,0-1-16,0 26 15,0 0 1,0-25 15,-50-1-31,26-24 16,-26 25 0,25-25-16,0 0 0,1 0 15,-1 0-15,25-49 0</inkml:trace>
  <inkml:trace contextRef="#ctx0" brushRef="#br0" timeOffset="921418.1112">27360 7516 0,'0'0'0,"-25"0"15,0 0-15,25-25 16,-25 25-1,50 25 17,0-25-32,49 25 15,1-25 1,24 24 0,-25-24-1,-49 0 1,-25 25-1,-25 25 1,0-1 15,-49 1-31,0 0 32,49-26-32,-25 1 15,25-25-15,25 25 0,-49 0 16,24 0-1,0-25 1,25 24 0</inkml:trace>
  <inkml:trace contextRef="#ctx0" brushRef="#br0" timeOffset="921838.0863">27955 7888 0,'0'0'15,"-25"-25"-15,0 25 63,25 25-63,-25-25 0,1 0 16,24 25-1,-25-25-15,-25 49 16,25-49-16,1 25 0,-51 25 31,-24 24-31,49 1 31,50-51-31</inkml:trace>
  <inkml:trace contextRef="#ctx0" brushRef="#br0" timeOffset="923088.0124">28600 7441 0,'0'-24'16,"-25"24"-1,25 24 48,-25-24 15,50 0 16,0 0-79,0 0-15,-1 0 0,1 0 16,25 50-16,-25 24 31,-25-49-31,0 74 16,-25-74-16,0 25 15,-49 24 1,-26-49 0,26-25-1,49-25 1,25-24 0,50 24-1,24 25 1,1 74-1,-26-24 1,-49-25-16,50-1 31,-25 1-31,-1-25 16,26 0-16</inkml:trace>
  <inkml:trace contextRef="#ctx0" brushRef="#br0" timeOffset="923447.9975">29294 7516 0,'0'0'0,"0"-25"0,0 0 15,-24 25-15,-1 0 16,25 25 15,-25 25-31,0-26 16,0 51-16,25-50 0,0 24 16,-24 1-1,24-25-15,-25 99 16,25-100-16,-50 51 15,25-1 1,0-49 0,25 0-16</inkml:trace>
  <inkml:trace contextRef="#ctx0" brushRef="#br0" timeOffset="923637.9441">28972 8012 0,'-25'0'0,"25"-25"16,25 0-1,24 0-15,51 1 16,-1-1 15,-25 0-31,-49 25 16</inkml:trace>
  <inkml:trace contextRef="#ctx0" brushRef="#br0" timeOffset="924487.9313">29493 7888 0,'25'0'31,"-1"0"0,-24-25-31,25 50 31,-25 49-31,-25-24 16,25-25-16,-24 0 31,-1-1-31,25-48 31,25 24-15,24-50 0,50 0-1,-74 25-15,25 25 16,-25 0-16,-25 25 16,0 0-1,0 0 1,-25 25 15,0-50-31,25-25 31,74 0-15,1 0-16,-26 0 31,-24 25-31,-25 25 31,25 25-15,-25-25 0,25-1-1,0-24 1,49 0 0,-24-24-1,-26 24-15,1-25 16,0 25-16,-25-25 0,25 25 31,-50 0 0,0 0-15,0 0 0,1 0 15,-1 0-16,25-25 1,-25 25 0,0 0-1,0 0 1,25-25 0,-24 25-1</inkml:trace>
  <inkml:trace contextRef="#ctx0" brushRef="#br0" timeOffset="926017.8399">26392 8731 0,'-25'0'15,"25"-25"1,0 50 78,0 0-79,0 0 1,-24 24-16,24 51 16,-25-51-1,0 1 1,0 0-1</inkml:trace>
  <inkml:trace contextRef="#ctx0" brushRef="#br0" timeOffset="926337.7837">25995 9252 0,'0'0'16,"-24"0"-16,48 0 16,1 0-1,25 0 1,-25 0-16,49 0 31,-49 0-31,49-25 0,50 1 31,-74-1-31,-1 0 16</inkml:trace>
  <inkml:trace contextRef="#ctx0" brushRef="#br0" timeOffset="926757.7966">26243 9426 0,'0'0'0,"-24"0"0,48 0 62,26 0-62,-25 0 16,0 25-16,74-25 16,-50 0-16,51 0 15,-26 0 1,-24 0 0,-26-25-1</inkml:trace>
  <inkml:trace contextRef="#ctx0" brushRef="#br0" timeOffset="926977.7156">26442 9426 0,'-25'0'0,"50"0"0,-50 25 62,25-1-62,-25 1 0,25 0 16,-25 49 0,1 26-1,24-76-15,-25 51 16,0-26-16,0-24 16</inkml:trace>
  <inkml:trace contextRef="#ctx0" brushRef="#br0" timeOffset="927737.7384">27384 8905 0,'0'0'16,"-24"0"-16,24 25 47,24-25-31,1 0-16,0 24 15,74-24 1,0 25 15,-24-25-31,-50 0 0,-1 25 31,1-25-31,-25 25 32,-25-25-17,-24 25-15,24 24 31,0-24-31,-24 0 16,49 0-16,-25 0 0,-50 24 16,1 26-1,24-51 1,26 1 0</inkml:trace>
  <inkml:trace contextRef="#ctx0" brushRef="#br0" timeOffset="928007.7225">27980 9252 0,'-25'0'15,"25"-25"-15,-25 25 16,0 0 0,-24 50-1,24 0-15,0-1 16,0-24-16,0-25 0,1 74 16,-26-49-1,25 0 1</inkml:trace>
  <inkml:trace contextRef="#ctx0" brushRef="#br0" timeOffset="928667.683">28377 8979 0,'0'0'0,"0"-25"16,-25 25-1,25-24-15,25 24 31,-1 0-15,26 49 0,0 26-1,-50-1 1,0-49-16,-50 25 16,25-26-16,-24-24 15,-1 25 1,0-25-1,50-49 1,25 24 15,25 25-15,-1 25-16,1 49 31,-25-24-31,24-1 31,-24-49-31,0 25 16,0-25-16,0 0 16</inkml:trace>
  <inkml:trace contextRef="#ctx0" brushRef="#br0" timeOffset="929067.6595">29294 8930 0,'0'0'0,"-24"0"0,-1 0 0,0 0 16,0 0 0,25 49-1,-25 26 1,1-50-16,-1 74 16,25-74-16,-25 49 15,0 25 1,25 0-1,0-49 1</inkml:trace>
  <inkml:trace contextRef="#ctx0" brushRef="#br0" timeOffset="929257.651">28922 9376 0,'0'-25'16,"-25"25"-16,75-49 15,0 24 1,-1 0 0,1 25-1,-25 0-15,24 0 16,-24 0-16</inkml:trace>
  <inkml:trace contextRef="#ctx0" brushRef="#br0" timeOffset="929807.6154">29443 9252 0,'0'0'0,"0"25"47,0 0-32,25-25 1,-25 25 0,0 24-1,0-24 1,0 0 0,0-50 15,25 25-31,0-25 15,24 0 1,-24 25 15,-25 25-15,0 0-16,0 25 31,0-75 0,0 0-15,25 0-16,24 0 16,-24 1-16,0 24 31,-25 24-31,0 1 16,0 25-1,0-25-15,0 24 16,-25-49-16,25 25 15,25-25 17,0 0-17</inkml:trace>
  <inkml:trace contextRef="#ctx0" brushRef="#br0" timeOffset="930887.5519">26343 10319 0,'0'-25'47,"24"25"-32,26 0 1,-25 0 0,49 0-1,50 0-15,-25-25 16,-49 25-16,0 0 31,-26 0-31,1 0 0,0-25 16</inkml:trace>
  <inkml:trace contextRef="#ctx0" brushRef="#br0" timeOffset="931157.5359">26615 10269 0,'-24'0'16,"-1"0"-16,25 25 47,0 0-32,-25 24 1,0 51-16,0-26 31,1-24-31,24-1 31</inkml:trace>
  <inkml:trace contextRef="#ctx0" brushRef="#br0" timeOffset="931847.496">27583 10145 0,'0'-25'31,"-25"25"32,25 25-63,-25-25 0,25 25 0,-74 25 16,49-50-16,-49 74 15,49-49-15,-25 24 16,-24 1-1,-1-25 1,51 0 15,48-25 1,1 0-17,0 0 1,0 24-1,0-24-15,24 0 16,-24 25-16,0-25 0,24 25 16,26 25-1,-26-1 1,-24-24 0,0 0-1,-25 0 1,25-25 15,-25-25 16,0 0-31</inkml:trace>
  <inkml:trace contextRef="#ctx0" brushRef="#br0" timeOffset="932417.4271">28377 10071 0,'0'0'16,"0"-25"-16,-25 25 47,25 25-16,0 0-15,0-1-1,-25 1-15,25 0 16,0 0-16,0 24 31,0-24-31,0 0 0,-25 0 16,25 0-16,0 24 15,0-24-15,0 0 16</inkml:trace>
  <inkml:trace contextRef="#ctx0" brushRef="#br0" timeOffset="933057.3484">28079 10542 0,'0'0'0,"-25"25"31,50-25 78,0-25-93,24 25-1,-24 0-15,50 0 16,49 0 0,24 0-1,1 0 1,-124 0-16,49 0 16,-24-25-16,-25 25 15,0 0 1,-1 0-1</inkml:trace>
  <inkml:trace contextRef="#ctx0" brushRef="#br0" timeOffset="933587.3737">28129 10889 0,'0'0'0,"0"-25"0,0 1 0,24 24 31,26-25-31,24 25 31,-49 49-31,0 26 16,-25-50-16,-25 49 31,25-49-31,-49 24 16,-26 1-1,26-50 1,24 0 0,0-25-1,50 0 1,0 25 0,-1 0-1,51 25 1,-26 25-1,26-25 1,-75 0-16,25-1 31,-25 1-31,24-25 0,-24 25 16,25-25-16</inkml:trace>
  <inkml:trace contextRef="#ctx0" brushRef="#br0" timeOffset="933977.3014">28922 10889 0,'0'0'16,"0"-25"-16,0 1 0,-25 24 0,1-25 15,-1 0 1,-25 25 15,1 99-31,-1-24 16,50 24 15,0-74-31,0 24 16,-25 1-16,25 24 15,0 1 1,-25-26 0,25 1-1</inkml:trace>
  <inkml:trace contextRef="#ctx0" brushRef="#br0" timeOffset="934217.2989">28501 11385 0,'0'0'0,"24"-24"31,1 24-15,0 0-1,0 0-15,24 0 16,-24 0-16,0 0 16,0 0-16,24-25 15,-24 25-15,25-25 16,-50 0-16</inkml:trace>
  <inkml:trace contextRef="#ctx0" brushRef="#br0" timeOffset="934867.3192">28897 11237 0,'25'0'16,"-25"-25"-1,25 25 1,25 0-1,-26 25 1,-24 24 0,0 1-1,0 24 1,-24-49 0,-1 0-16,0 0 15,25-50 32,25 25-47,49-50 31,-74 25-31,50 1 16,0 24-16,-50-25 0,24 25 31,-24 25-31,0 24 31,-24-24-15,24 0-16,-25-25 31,25-25-15,25 25-16,-1-25 16,76 0-1,-51 25 1,-24 0-1,0 25 1,-25 50 15,25-26-31,-25 1 16,-25-50 15</inkml:trace>
  <inkml:trace contextRef="#ctx0" brushRef="#br0" timeOffset="936357.1562">27062 10666 0,'0'0'0,"0"-25"0,-25 25 47,25 25-15,0 0 30,25-25-62,0 0 0,49 74 31,75 1-31,25-1 16,-75-49 0</inkml:trace>
  <inkml:trace contextRef="#ctx0" brushRef="#br0" timeOffset="937937.0602">26045 10294 0,'0'-25'31,"0"0"-15,25 25 62,-25 25-47,25 0-15,-25 0 0,24-25-16,-24 49 15,0 51 1,0 24-1,-24 24 1,-1-24 15,0-99-31,25 99 16,0-99-16,-25 25 0,25 24 0,-25 50 31,1-25-31,24 1 31,-25-100-31,25 74 16,0-49-16,0 0 16,0-1-16,0 51 15,0-26 1,25 1 0,-25 0-1,0-26 1,0 1-1,0 0 1,0-50 62,0 0-15,-25 25-63,25-24 15</inkml:trace>
  <inkml:trace contextRef="#ctx0" brushRef="#br0" timeOffset="939336.999">26690 10914 0,'25'0'16,"-25"-25"-16,0 0 31,24 1-31,1-1 31,0 25-31,-25-25 110,0 0 62,0 0-79,-25 25 110</inkml:trace>
  <inkml:trace contextRef="#ctx0" brushRef="#br0" timeOffset="940576.9422">26591 9773 0,'0'0'0,"-25"0"110,0 25-79,0-25-15,0 0-16,1 25 15,24-1 1,0 1 15,24-25-15,-24 25-1,50-25 1,-50 25 0,0 0-1,0-1 1,-25-24 15,0 25-15,1-25-1,-26 0 1,25 0 15,25-25-15</inkml:trace>
  <inkml:trace contextRef="#ctx0" brushRef="#br0" timeOffset="942156.8996">26715 10716 0,'0'0'0,"24"0"31,1 0-15,-50 0 202,1 0-202,-1 0 0,0 0-1,25 49-15,-25-49 16,25 25-1,0 0 1,0 0-16,-25-25 16,25 49-1,0-24-15,25-25 16,0 0 15,0 0-31,0 0 16,-1 25-1,-24 0 1,25-1 0,-25 1-1,0 0 1,-25-25 0,1 25-1,-1 0 1,-25-25-1,25 24 1,1-24 15,-1 0-31,0 0 16,-25 0 15,26 0-31,-1 0 16,0 0-1,25-24-15</inkml:trace>
  <inkml:trace contextRef="#ctx0" brushRef="#br0" timeOffset="946786.6134">26095 10294 0,'-25'0'78,"25"-25"-47,0 0 94,25 25-109,-1 0-16,-24-24 16,25 24-16,0 0 31,0-25-31,0 25 0,24 0 31,1-25-31,24 0 31,-24 0-15,-25 25 0,-1 0-16,1 0 15,0 0 17,0 0-32,0 0 15,-1 0 1,1-24-1,0 24 1,0 0-16,0 0 16,-1 0-16,1 0 31,0 0-31,0 0 31,0 0-15,-1 0-1,26 0 1,-25-25 0,0 0-1,-1 25 1,1 0 0,0 0-1,0 0 1,25-25-1,-26 25 1,1 0 0,0-25 15,0 25-31,24-25 31,-24 25-15,25 0-1,-25 0 1,24 0 0,75 0-1,-25 0 1,-24 0 0,-26 0-1,-24 0 1,0 0-1,99 0 1,75 0 0,-1 0-1,-99 0 1,-49 0 15,-25 0-15,-1 0-1,51 0 1,74 0 0,24 25-1,-49 0 1,-74 0 0,-25-25-1,0 0 1,49 0-1,0 0 1,1 25 0,-26 24-1,-24-49 1,0 25-16,-25 0 31,0 0 0,0 0-31,0-1 16,0 1 0,0 0-16,25 49 15,0-74-15,-1 75 16,26-1 0,0-24-1,-26 24 1,-24-24 15,0-25-31,0 24 0,0-24 16,0 25-16,50 24 15,0 0 1,-26 1 15,-24-26-31,0-24 16,0 25-1,-24-25-15,24 0 16,-25 24 0,25 1-1,-25-1 1,0 1 0,0-50-16,1 50 15,24-26 1,0 26-16,-25 0 15,0-26 1,0 26 0,0-25-1,25 0 1,0-1 15,-24-24-15,24 25-1,-25-25 1,0 25 0,0-25-16,25 25 15,-25-25-15,25 25 32,-24-25-32,-26 0 15,0 24 1,1-24 15,-26 0-31,1 0 16,-1 25-1,-24-25 1,25 0 15,49 0-31,-25 0 16,26 0-16,-1 0 0,-25 25 15,-24-25 1,-1 0 0,-24 0-1,0 0 1,74 0-16,-49 0 16,49-25-16,0 25 0,-24 0 15,24 0-15,-75 0 16,76 0-16,-26 0 31,-24-25-31,-26 25 16,76 0-16,-26 0 31,25 0-31,0 0 0,-24 0 0,24 0 0,-49 0 31,49 0-31,-25 0 16,-24 0-1,49-24 1,0 24-16,0 0 16,1 0-16,-1 0 0,0 0 15,-49 0 1,24 0 0,0 0-1,1 0 1,-26 24 15,26-24-31,24 0 0,-25 0 16,25 0-1,1 0 1,-1 0-16,-50 0 31,51 0-15,-1 0-16,0 0 15,0 0-15,0 0 16,1 0 0,-51 0-1,26 0 1,24 0 0,-25 0-1,1 0 1,-1 0 15,0 0-31,1 0 16,24 0-1,25-24 17,-25 24-17,0 0-15,-24 0 31,24 0-15,0 0 0,0 0-1,0 0 17,1 0-32,-1 0 15,0 0 1,-25 0 15,50-25-31,-24 25 0</inkml:trace>
  <inkml:trace contextRef="#ctx0" brushRef="#br0" timeOffset="958835.9012">26392 2406 0,'25'0'31</inkml:trace>
  <inkml:trace contextRef="#ctx0" brushRef="#br0" timeOffset="961925.6442">28972 5779 0,'0'0'0,"0"25"0,25-25 63,-1 0-17,1 0-14,-25 25-17,0 0 1,-25-25 46,25-25-30,25 25-17,-50 0 251,25-25-266,-24 25 0,24-25 16,24 25 30,-24-24 236,0 48-220,0 1-46,0 0-1,-24-25 1,-1 0-16,25-25 47,0 0-31,25 25-1,-25 25 32,-25-25-31,0 0-16,0 50 15,25-75 32,25 25-47,0-25 16,-25 50 31,-25-25-32,25 25 1,0-50 31,25 25-32,0 0 1,-25-25-16,24 25 0</inkml:trace>
  <inkml:trace contextRef="#ctx0" brushRef="#br0" timeOffset="970685.1288">24631 5730 0,'0'0'0,"0"25"187,0-50 79</inkml:trace>
  <inkml:trace contextRef="#ctx0" brushRef="#br0" timeOffset="973564.9761">29790 5928 0,'-24'0'16,"-1"0"46,25 25-31,-25-25-31,0 0 32,0 0 280,-24 0 172,49-25 79,-25 25 124,0 0-655,0-24-17,1 24-15</inkml:trace>
  <inkml:trace contextRef="#ctx0" brushRef="#br0" timeOffset="974684.892">26640 8285 0,'0'0'0,"-25"0"0,1 0 15,-1 0 1,0 0 93</inkml:trace>
  <inkml:trace contextRef="#ctx0" brushRef="#br0" timeOffset="975154.9371">27980 8359 0,'0'0'16,"-25"-25"0,0 25-1,25 25 63</inkml:trace>
  <inkml:trace contextRef="#ctx0" brushRef="#br0" timeOffset="975604.9163">29468 8384 0,'0'0'0,"-25"-25"0,0 25 16,1 0-16,-1 0 15,0 0 1,25-25 62</inkml:trace>
  <inkml:trace contextRef="#ctx0" brushRef="#br0" timeOffset="976084.8486">29914 8409 0</inkml:trace>
  <inkml:trace contextRef="#ctx0" brushRef="#br0" timeOffset="977614.7913">30783 8582 0,'0'25'16,"24"-25"468</inkml:trace>
  <inkml:trace contextRef="#ctx0" brushRef="#br0" timeOffset="1.04628E6">6499 4142 0,'25'0'0,"-25"-24"31,0-1 47,0 0-62,0 0 0,24 25-16,1-25 31,0 25-15,-25 25-1,0 0 1,-25 25-1,-24-1 1,-1-24 0,25-25-16,0 0 15,25-25-15,0-24 16,75-51 0,-26 51 15,-49 24-31,50 25 0,-50 25 31,0 0-15,-25-25-1,0 49 1,-24-24 0,24-25-16,25-25 15,0-24 1,50-1-1,-26 25 1,1 75 0,-25-1-1,-25 26 1,1-50-16,-26 24 16,25-49-1,0 0 1,25-25-16,0-49 31,50 0-15,-25 49-16,0 50 31,-25-1-15,0 1-1,-25-25 1,25 25-1</inkml:trace>
  <inkml:trace contextRef="#ctx0" brushRef="#br0" timeOffset="1.04732E6">8260 3845 0,'0'0'0,"-25"0"15,25-25 1,-25 25 0,1 0 15,-1 0-15,0 0-1,25-25 48,25 25-63,0 0 15,-1-25 1,1 25 0,0 50 15,-25-25-31,0 24 0,0-24 15,-25 0 1,0 0 0,25-50-1,0 0 1,25-49 0,0 49-16,0-25 15,0 50 1,-25 25-16,24 0 15,-24 25 1,-24-1 0,-26-24-1,25-25-15,25 25 16,-25-25-16,25-25 16,0-25-16,0 26 31,25-26-31,25 50 31,-25 74-15,-25-24-16,0-25 0,-25 24 31,0-49-31,0 25 16,-24-25-1,49-99 1,24 25-1,1 49-15,0 0 16,0 25-16,0 0 16,-1 0-16,-24 25 15</inkml:trace>
  <inkml:trace contextRef="#ctx0" brushRef="#br0" timeOffset="1.04842E6">10170 3621 0,'0'-24'0,"0"-1"15,0 0 1,0 0-1,0 0 1,25 25 31,-25 25-47,25-25 16,-1 25-1,-24 0-15,0 0 16,0-1-16,-24-24 15,-26 25 1,25-25 0,25-25 15,0 1-15,0-1-16,25 50 31,-25-1-31,0 26 31,0-25-15,-25 0-16,25-50 31,0 0-15,0-49-1,25 49 1,0 25-1,-25 74 1,0-49-16,0 25 16,-25-25-16,0-1 15,-24-24 1,49-24 0,24-51 15,26 50-31,-50 0 0,74 25 31,-74 25-15</inkml:trace>
  <inkml:trace contextRef="#ctx0" brushRef="#br0" timeOffset="1.04948E6">12303 3497 0,'0'0'0,"25"0"0,0 0 78,0 0-47,-25 25 1,0 0-1,-25-25-31,25 25 16,-25-25-1,25-25 16,25 25-31,0-50 16,-1 50-16,1 0 31,-25 25-31,0 25 16,-74-1 0,-1 1 15,51-50-31,24-50 15,0 26-15,49-51 32,-49 50-32,50 1 0,-50 48 31,0 1-15,-25 0-1</inkml:trace>
  <inkml:trace contextRef="#ctx0" brushRef="#br0" timeOffset="1.05098E6">4762 4093 0,'0'-25'16,"25"25"62,-25 25-15,0 0-63,-25-25 0,1 24 15,-1-24 1,25-24 15,0-1-31,74-25 16,-74 25-16,50-24 15,-25 49 1,-25 25 0,-25-1-1,-25 51 1,25-50-16,-24-25 16,24 24-1,25-48 1,25-1-1,0 0-15,-1-25 32,1 26-32,-25 73 31,-49 1-15,-1-1-1,-24 1 1,49-50-1,25-25 1,0 0-16,25-24 16,-1 24-16,-24 0 0,50 0 15,-50 1 1,0 73 0,0 1 15,0-25-31,-50 24 0,26-24 15,-1-25-15,25 25 0,0-50 32,25-25-32,24-24 31,1 24-15,-25 50-16,-1-24 15</inkml:trace>
  <inkml:trace contextRef="#ctx0" brushRef="#br0" timeOffset="1.05217E6">2828 4142 0,'25'0'125,"-25"25"-125,0 0 15,0 0 32,-25-25-47,25-25 31,0-49-15,49 24 0,-24 25 15,0 25-31,0 25 15,-25 49 17,-50-24-32,1 0 31,24-50-15,25-25-1,0-25-15,25 1 16,-1 24-16,1 0 15,-25 0-15,25 25 16,0 25 0,-25 49-1,-25 1 1,-25-50 0,26-25 15,24-25-31,49-74 15,-49 74-15</inkml:trace>
  <inkml:trace contextRef="#ctx0" brushRef="#br0" timeOffset="1.05327E6">1141 4316 0,'25'0'15,"-25"-25"1,25 25 0,-1 0 46,-48 0 1,24-25-16,24 1-32,1 24-15,0-25 16,0 25-1,0 25 1,-25-1 15,0 1-31,-25 25 16,0-25 0,25-50 15,0 0-31,0-25 15,25 26 17,0 24-17,-25 24 1,0 1-16,0 0 16,0 0-16</inkml:trace>
  <inkml:trace contextRef="#ctx0" brushRef="#br0" timeOffset="1.05618E6">12576 5234 0,'0'0'15,"0"25"-15,25-25 110,0 0-110,-1 0 15,26-25 1,99 25-16,-100 0 0,150-25 15,-50 0-15,99 0 32,124 1-32,0-1 31,25-25-15,24-24-1,-321 49-15,197-25 16,-197 50-16,-1-24 0,223-1 15,25 25 1,-148-25 0,-75 25-1,-99 0 1,0 0-16,-1 0 31,-24-25-15,0 0-16,-49 0 15,-75 25 17,0 0-32</inkml:trace>
  <inkml:trace contextRef="#ctx0" brushRef="#br0" timeOffset="1.0577E6">14536 5085 0,'-25'0'188,"25"25"-110,-25-25-62,0 0 15,0 0-16,25-25 1,25 25 0,-25-25-16,50 25 31,-25 0-15,-25 25-1,0 0 1,-50-25-1,-24 25 1,49-25 0,25-25-16,25 0 15,-25 0-15,49 0 16,-24 25 0,0 0 15,-25 25-16,-25 0-15,0 0 32,-24-25-32,49-25 31,0 0-15,24 0-1,1 25 1,-25-24-1,25 48 1,-25 26 0,-50-25-1,26 0 1,-1-25 0,25-25-16,0-25 31,25 50-31,-1-25 0,26 1 15,-25 24 17,-25 49-32,25-49 0</inkml:trace>
  <inkml:trace contextRef="#ctx0" brushRef="#br0" timeOffset="1.0583E6">15354 4911 0,'0'25'16,"25"-25"-1,-25-25 1,0 50 46,50-25-62,-50 25 32,0-50 15,0 0-47,24 1 31,26-1-31,-25 25 15,0 25 17,-25-1-32,-50 1 31,25-25-31,-24 0 16,24 0-1,25-25-15,25 25 31,-1 0-15,1 25 0</inkml:trace>
  <inkml:trace contextRef="#ctx0" brushRef="#br0" timeOffset="1.05885E6">16197 4911 0,'25'0'16,"0"0"-1,-50 0 48,25 25-63,-25 0 16,1-25-1,-1 0 1,25-25-1,0 0-15,25 25 32,49-24-32,-49 24 31,0 0-15,-75 0-1,25 0 16,0 0-31,50 0 32,25 24-17,-50 26 1</inkml:trace>
  <inkml:trace contextRef="#ctx0" brushRef="#br0" timeOffset="1.05968E6">13618 5234 0,'0'0'0,"0"-25"16,0 0-1,0 50 64,0 0-33,0-50 1,25 25-31,-1 0 15,-24 25-15,-24-25-1,-1 25 1,-50-1 0,26-24-1,49-49 1,25-1 0,-1 25 15,1 25-31,-25 25 31,0 0-15</inkml:trace>
  <inkml:trace contextRef="#ctx0" brushRef="#br0" timeOffset="1.06022E6">13047 5209 0,'0'-25'0,"25"25"15,0 0 1,0 0 0,-25 25 15,0 0-15,-50 0-1,25-25-15,-24 24 16,24-24-16,0 0 15,0-24 1,25-1 0,0 0-1,0 50 48,-25-25-63,25 25 0,-74-1 15,0 1 17,49-25-32,25-25 31,25 25-31,74-49 16</inkml:trace>
  <inkml:trace contextRef="#ctx0" brushRef="#br0" timeOffset="1.10038E6">26789 12204 0,'0'0'0,"-25"0"15,25 25 48,25-25-16,0 0-47,0 0 0,-1 0 15,76 0 1,-1 0 0,0 0-1,0 0 1,-74 0-16,25 25 16,-25-25-16,24 0 15,-24 0-15</inkml:trace>
  <inkml:trace contextRef="#ctx0" brushRef="#br0" timeOffset="1.10072E6">27161 12278 0,'0'0'0,"-25"0"15,25-24 1,-24 24 0,24 24 15,0 1-31,0 0 31,0 0-31,-25 49 16,0-49-1,0 25-15,25-26 0,0 1 0,-25 50 32,-24-1-32,24-24 31,25-1-31</inkml:trace>
  <inkml:trace contextRef="#ctx0" brushRef="#br0" timeOffset="1.10128E6">27657 12898 0,'0'0'0,"-25"0"0,1 0 16,-1 0 15,-25 0-16,-24 0 1,74 25-16,-50 0 16,25-25-16,25 50 15,-24-26 1,24 26 0,24 0-1,26-26 1,-25 1-1,-25 0-15,0 0 32,0 0-32,-25 0 0,-25-1 31,-49-24-15,25 0-16,49 0 15,-25 0 1,50-24-16,-24-1 15</inkml:trace>
  <inkml:trace contextRef="#ctx0" brushRef="#br0" timeOffset="1.10242E6">28749 12650 0,'-25'0'94,"0"0"-79,0 0-15,0 25 16,-49 0 0,24-25-1,1 50 1,24-50-1,-25 0-15,50 24 0,-24-24 16,-1 0 0,25 25-16,-25-25 15,50 0 48,0 0-63,-1 0 15,1 25 1,25 0 0,24 0-1,1-1 1,-75 1-16,49-25 16,-49 25-16,25-25 15,0 0-15,24 25 16,-24-25-1,0 0 1</inkml:trace>
  <inkml:trace contextRef="#ctx0" brushRef="#br0" timeOffset="1.10282E6">28525 13072 0,'0'0'0,"-24"0"16,-1 0 0,50 0 46,-1 0-46,1 25-16,0 0 15,25-25 1,-1 24 0,26-24-1</inkml:trace>
  <inkml:trace contextRef="#ctx0" brushRef="#br0" timeOffset="1.10398E6">29344 12650 0,'0'0'0,"-25"-24"16,0 24 31,1 0-32,-1 0 17,50 0 77,-1 0-109,1 0 0,0 0 0,25 0 16,74 0-1,0 0 1,-100 0-16,51 0 16,-50 0-16,-1 0 15,1 0-15,-50 0 63,1 0-48,-1 0-15,0 0 32</inkml:trace>
  <inkml:trace contextRef="#ctx0" brushRef="#br0" timeOffset="1.10427E6">29567 12626 0,'-25'0'16,"25"24"46,-24 1-46,24 0-16,-25 0 16,0 24-16,0 51 15,0-51 17,1 1-32,24-25 15,0-1 1,24-24-16</inkml:trace>
  <inkml:trace contextRef="#ctx0" brushRef="#br0" timeOffset="1.10498E6">29716 12898 0,'0'0'16,"-25"0"-16,25-24 15,25 24 16,0 0 1,-25 24-32,0 1 15,0 25 1,0-25 0,0-1-1,-25 1 1,50-25 15,0-25-15,49-24-16,0 49 15,-49 0 17,-25 25-32,0-1 31,-49 1-16,24 0 1,74-50 15,-24 0-31,0 25 16,0 0-16,24-49 16,-24 49-16,0 0 15,-25 25 1,0-1-1,0 26 17,0-25-32,25 0 15,0-1-15,49 1 32,-49-25-32,25 0 0</inkml:trace>
  <inkml:trace contextRef="#ctx0" brushRef="#br0" timeOffset="1.10542E6">29518 13419 0,'0'0'16,"-25"0"-16,0 0 15,50 0 17,24 0-32,26 0 15,49 25 1,25-25 0,-125 0-16,51 0 15,-26 0-15,26 0 16,-26 0-1</inkml:trace>
  <inkml:trace contextRef="#ctx0" brushRef="#br0" timeOffset="1.10577E6">29642 13667 0,'0'0'0,"24"0"31,1 0-31,0 0 16,49 25-1,-24 25 1,-50-1-1,-74-24 17,74 0-32,-50 0 0,25-25 15,25 25-15,50-1 32,74-24-32,-75 0 15,150 0 1,-150 0-16,26 0 0,123-24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7:13:34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10889 1191 0,'0'0'16,"-25"0"-16,1 0 15,24 24 32,0 76-31,0 24 0,0 49-1,0-123-15,-25 74 16,0-99-16,25 24 0,-25 51 15,25-51 1</inkml:trace>
  <inkml:trace contextRef="#ctx0" brushRef="#br0" timeOffset="379.9776">10616 1364 0,'0'0'0,"-24"-25"0,24 1 0,0-1 15,0 0-15,24-49 16,26 49-16,-25 0 0,49-25 16,1 26-1,-1 24 1,50 74-1,-25 50 1,-74-99-16,25 74 31,-25-74-31,-25 24 0,0 51 0,-75 49 32,-24-1-32,-25-73 15,0-26 16,74-49-31,-24 0 16,49 0-16,0 0 0,0-24 0</inkml:trace>
  <inkml:trace contextRef="#ctx0" brushRef="#br0" timeOffset="649.9239">11584 1538 0,'0'0'0,"0"25"32,0-1-17,0 51-15,0 49 31,0 0-31,-25-25 32</inkml:trace>
  <inkml:trace contextRef="#ctx0" brushRef="#br0" timeOffset="789.954">11509 1364 0,'0'0'16,"-24"-25"-16,-1 25 15</inkml:trace>
  <inkml:trace contextRef="#ctx0" brushRef="#br0" timeOffset="1349.8451">12303 1538 0,'0'0'0,"0"-25"0,-49 0 16,-26 50-1,50-25-15,-24 99 16,49-49-16,-25-25 0,25 49 15,25 1 1,24-51 0,26-98-1,-26-50 17,-49 99-32,25-49 15,-25 49-15,0 0 0,0 50 31,0 99-31,0 50 32,-49 24-17,49-148-15,-50 98 16,25-98-16,0 0 0,-24 98 16,-26-24-1,26-74 1,-1-75-1,25-99 1,25 99-16,25-123 31,-25 98-31,50 0 0,-1-74 0,50 50 32,1 24-32,-26 1 15,-49 49-15</inkml:trace>
  <inkml:trace contextRef="#ctx0" brushRef="#br0" timeOffset="1529.8757">12799 1687 0,'0'0'0,"-49"0"16,49 25-16,-25-25 15,25 74 1,0-49-16,0 49 15,25-49 1,-1 49-16,1-24 16,0-50-1</inkml:trace>
  <inkml:trace contextRef="#ctx0" brushRef="#br0" timeOffset="1679.9007">12849 1265 0,'0'0'0,"-25"-25"0,0 0 0,0-49 15,25 49-15,0 0 16,0 1-16,50 24 0,0-25 16</inkml:trace>
  <inkml:trace contextRef="#ctx0" brushRef="#br0" timeOffset="1879.8888">13370 1215 0,'0'0'0,"0"25"0,0 25 0,-25 24 32,25 75-32,0 0 15,0 0 16,0-100-31,0 26 16,0-50-16,0-1 0,0 1 16</inkml:trace>
  <inkml:trace contextRef="#ctx0" brushRef="#br0" timeOffset="2509.7955">13593 1736 0,'0'0'0,"-25"0"0,0 0 16,50 0 0,25 0-16,99-24 15,-1-1 17,-98 25-32,24-25 15,-49 25-15,0 0 0,-50 0 16,-24 0-1,-1 25-15,0 24 32,26 1-17,48-50 1,51-25 0,-1-24-1,-24-26 1,-50 50-1,25 25 1,-25 25-16,24 0 31,1 0-31,0 0 0,0-1 0,24-24 32,1 0-32,0-74 15,-25-25 16,-25 74-31,24-74 0,-24 49 16,0 25-16,0-49 16,0 24-1,-24 100 1,-1 24 0,-25 75-1,50-99-15,0 74 16,0-75-16,0-24 0,50 74 15,24 1 1,-24-76-16</inkml:trace>
  <inkml:trace contextRef="#ctx0" brushRef="#br0" timeOffset="2899.829">16197 1215 0,'0'0'0,"-24"0"15,24-24-15,-25 24 0,25 49 32,-25 75-32,0 25 15,75 25 16,-25-149-31,-1 49 0,1-49 16,-25 0-16,25-1 16,-25 1-16</inkml:trace>
  <inkml:trace contextRef="#ctx0" brushRef="#br0" timeOffset="3249.7346">16148 1736 0,'-25'-24'0,"25"-1"16,0 0-16,99-25 16,25 1-1,-74 49-15,49 0 32,-74 0-32,0 0 0,24 0 0,-24 24 15,50 51-15,-51-50 16,-24 24-1,-24 26-15,-76-50 32,1-25-17,74-25-15,-24-25 16,49 25-16,0 1 0,0-51 16,74 1-1,50 24 1,-25 50-1,-74 0-15</inkml:trace>
  <inkml:trace contextRef="#ctx0" brushRef="#br0" timeOffset="3679.7829">17512 1290 0,'0'0'0,"-25"25"0,25 24 16,-25 50 0,1 75-1,-26-25 1,25-75 0,0-49-1,1-25-15,24-25 16,0-24-16,0-26 15,49-123 1,50-50 0,-49 49-1,0 150 17,-50 74-17,25-1-15,24 125 31,26 50-31,-51-1 32,1-49-17,-25-124-15,25 24 16,-25-24-16,25-25 0,-25 25 0</inkml:trace>
  <inkml:trace contextRef="#ctx0" brushRef="#br0" timeOffset="3859.7771">17512 1662 0,'0'0'0,"-25"0"0,-74-25 0,99 0 32,25-24-32,124 24 15,-50 0 16,-74 25-31,0-25 0</inkml:trace>
  <inkml:trace contextRef="#ctx0" brushRef="#br0" timeOffset="4169.7027">17909 1439 0,'0'0'0,"25"24"16,0 1-1,-25 0-15,24 0 16,-24 0-16,25 24 15,-25-24 1,0 0-16,25-25 16,0-25-1,0 0 17,-1 0-32,51 1 0,-75-1 15,25 25-15,24 0 0,-24 49 31,-25 26-31,0-1 32,0-24-17,0-25-15,0 0 16,50-25-16</inkml:trace>
  <inkml:trace contextRef="#ctx0" brushRef="#br0" timeOffset="4659.7257">19000 1563 0,'0'0'0,"-24"0"0,-1 0 0,-25 0 0,-24 0 31,49 0-31,-99 49 0,99-24 16,25 25 0,0 24-16,75-49 15,24-50 16,-74 25-31,24-74 16,-49 49-16,25 25 0,-25-25 16,25 0-1,0 50 1,49 50 0,-24-26-1,-1-49 1,-24-74-1,0-1 1,24-74 0,1-24-1,-25 74 1,-25 74-16,0 50 31,-25 49-31,0 75 31,0 24-31,1-24 32,24-25-17,24-99-15</inkml:trace>
  <inkml:trace contextRef="#ctx0" brushRef="#br0" timeOffset="5349.6126">19869 1488 0,'0'50'16,"0"-25"-1,-25-1-15,25 1 0,-25 50 32,-74-50-32,24-25 15,75-50 16,0 25-31,75-49 16,-50 49-16,-1 25 0,51-50 16,-1 50-1,-24 25 1,-1-25 0,1 0-1,-25-25 1,0-24-1,-1 24 1,-24 50 15,0-1-31,0 51 16,25-50 0,0-25-1,25-25-15,-26 0 16,1 0-1,50 0-15,-51 25 32,1 75-17,-25-50-15,0 99 16,-25-99-16,25 24 0,-49 75 16,-50 50-1,-50-50 1,50-50-1,74-99 1,25-24-16,74-50 31,-49 49-31,25 25 0,74-99 0,0 25 32,-25 74-32,-50 25 15,-49 25 1</inkml:trace>
  <inkml:trace contextRef="#ctx0" brushRef="#br0" timeOffset="6399.565">10567 5110 0,'0'0'0,"-25"0"15,50 0 48,0 0-48,-1 0-15,125 0 0,149 0 16,74-25 0,25 0-1,-100 0 16,-247 1-31,49 24 16,-74 0-16,0 0 0,25-25 16</inkml:trace>
  <inkml:trace contextRef="#ctx0" brushRef="#br0" timeOffset="6949.5181">12502 4663 0,'0'0'15,"0"-25"-15,24 25 0,-24-24 16,0-1 0,-24 0-1,24 0 1,0 0 0,24 25-1,1 0 1,-25 25 15,0 0-15,-25-25-16,1 74 15,24 26 1,0 73 0,0 26-1,24 49 16,-24-199-31,0 125 16,0-100-16,-24-24 0,24 99 16,-25 49-1,25-49 1,49-74 0</inkml:trace>
  <inkml:trace contextRef="#ctx0" brushRef="#br0" timeOffset="9569.3667">12650 4514 0,'-24'0'16,"24"-24"-16,-25 24 16,0 0-16,25-25 15,0 0 16,25 25-31,-25-25 16,25-24 0,-25 24-16,0 0 15,0 0 1,0-24 0,0-26-1,0 1 1,0 24-1,0 25-15,0 1 16,0-1-16,24 0 16,1 0-1,0 0 1,-25 1 0,25 24-1,0-25 79,-1 25-78,1 0-16,-25-25 0,50 25 15,74-25 1,74 25-1,26-25 1,-150 25-16,124-24 31,-98 24-31,-26 0 0,174-50 0,199 25 16,73-25 0,26 1-1,-75-1 16,-347 50-31,199-49 16,-224 24-16,-24 25 0,173-50 16,49 1-1,-24 24 1,-99 0 0,-50 0-1,-25 25 1,-74 0-16,49 0 15,-49 0 1,0-25-16,0 25 16,-50 0 77,0 25-61,25 0-32,-25 0 15,0-25-15,1 49 16,24-24-16,-25 0 0,0 49 16,25 50-1,0 75 1,0-25-1,0-1 1,-25-24 0,25-99-1,0 74-15,-25-50 16,25 75-16,0 99 16,-24 0-1,-1-25 16,25-173-31,-50 99 16,50-100-16,0 1 0,-25 99 16,1 24-1,24 1 1,24-25 0,1-25-1,-25 25 1,0-125-16,-25 51 15,25-50-15,0-1 16,0 51-16,25-1 16,-25 1-1,0-26 1,0-24-16,-25-25 31,25 25-31,-24-25 0,-1 0 31,0 0-31,25-25 32,-25 0-17,0 25-15,-24-24 16,49-1-16,-25 25 0,-25-25 16,1 25-16,-100-25 15,99 25-15,-99 0 16,-24-49-1,24 24 1,99 25-16,-74-25 31,75 25-31,-1 0 0,-49 0 0,24 0 0,-123 0 16,124 0-16,-75 0 16,-50 0-1,26 0 16,123 0-31,-99 0 16,124 0-16,-24 0 0,-50 0 16,49 0-16,-124 0 15,125-25-15,-75 25 16,-25 0 0,-25 25-1,150-25-15,-101 25 16,101-25-16,-26 0 0,-24 0 15,49 0-15,-149 25 16,125-25-16,-75 0 16,-25 0-1,50 24 1,24-24 0,50 0-1,-49 25-15,24 0 16,-49-25-1,-50 25-15,50 0 32,25-1-17,24-24 1,25 0-16,0 25 16,-24-25-16,24 0 15,0 0 1,0 25-1,1-25 1,-1-25 47,0 25-32,0 0-16,25-25-15,0 1 32,0-1-17,0-25 1,25-24 0,-25-26-1,0 1 1,0 74-16,-25-49 15,0 24 1,25 26-16,0-51 16,0-24-1,25 25 1,25-50 0,-50 74-1</inkml:trace>
  <inkml:trace contextRef="#ctx0" brushRef="#br0" timeOffset="10279.3934">13295 4242 0,'0'0'0,"-24"0"32,24 24-17,0 51 16,0-1-31,0 1 32,-25-1-17,0-24 1,25-26 0,25-48 15,49-1-16,25 0 1,-74 0-16,25 25 16,-25 0-1,-25-25-15,49 25 0</inkml:trace>
  <inkml:trace contextRef="#ctx0" brushRef="#br0" timeOffset="10589.3852">13692 4415 0,'0'0'0,"25"0"0,0 0 0,0-25 16,-1 1-16,26 24 16,-25 0-16,0 0 15,24 24 1,-49 51 0,0-26-1,-25 1 1,1-25-16,-51 0 15,26-25 1,24 0-16,-25-100 16,50 26-1,25 24 1,25 1 0,-26 49-1,1 0-15,25 0 16</inkml:trace>
  <inkml:trace contextRef="#ctx0" brushRef="#br0" timeOffset="11049.3531">14163 4291 0,'0'25'46,"0"0"-46,0 24 16,0-24-16,0 25 16,0-25-1,0-1-15,50 1 16,-50 0-16,25-25 16,24-50-1,1-24 16,-25 49-31,-25 50 47,50 0-31,-1-25 0,1 0-1,-25-25 1,-25 0-16,24-24 15,-73-1 1,24 25-16,0 0 16,0 25-1,1 0 1</inkml:trace>
  <inkml:trace contextRef="#ctx0" brushRef="#br0" timeOffset="11629.3131">15081 4242 0,'-25'0'31,"25"24"32,0 1-48,0 0-15,0 0 0,0 0 0,0 24 0,0 75 31,0-99-31,25 49 0,0-49 32</inkml:trace>
  <inkml:trace contextRef="#ctx0" brushRef="#br0" timeOffset="11929.2958">15081 4316 0,'0'0'0,"-25"-25"0,25 0 16,-24 25-16,24-24 16,0-1-1,24 25-15,26-25 16,-25 25-16,0 0 16,49 25-1,-49 24 16,-25 1-15,-50-25-16,25-25 16,1 25-16,-1-25 0,0 0 15,0 0 1</inkml:trace>
  <inkml:trace contextRef="#ctx0" brushRef="#br0" timeOffset="12349.2718">15528 4266 0,'0'0'0,"-25"0"0,0 0 16,0 0-1,1 0-15,-26 25 31,50 25-31,0-1 32,25-24-17,0-25 1,-25-25 0,24 1-1,1-26 1,0 50-1,-25 25 32,0 24-47,25-24 0,24 25 16,-49-25 0,25-25-16,0 24 15,0-24-15</inkml:trace>
  <inkml:trace contextRef="#ctx0" brushRef="#br0" timeOffset="12629.2549">16222 4217 0,'0'0'0,"-25"0"15,1 0-15,-51 0 16,50 0-16,-24 0 15,24 0-15,25 25 16,0-1-16,0 51 16,25-1-1,0 1 1,-1-26 0,-48-49 15,-1 0-16,-50 0-15,51-25 32</inkml:trace>
  <inkml:trace contextRef="#ctx0" brushRef="#br0" timeOffset="12959.2351">16470 4242 0,'0'0'0,"0"-25"0,-24 25 31,24 25-15,-25-25-16,0 74 15,25 0 16,25 1-31,-25-50 16,25-1 0,-25 1-16,0 0 0,0 0 31,-50-25-31,25 0 16,-74 25-1,49-25-15</inkml:trace>
  <inkml:trace contextRef="#ctx0" brushRef="#br0" timeOffset="13899.1797">13221 5234 0,'0'-25'31,"0"50"0,0 0-15,0-1-16,-25 1 15,0 74-15,25-74 16,0 50 0,0-51-16,0 26 15</inkml:trace>
  <inkml:trace contextRef="#ctx0" brushRef="#br0" timeOffset="14359.1095">13171 5308 0,'0'0'0,"0"-25"0,0 1 16,0-1-16,0 0 0,25-25 31,0 26-31,0-1 0,49 0 31,-24 25-31,-25 50 32,-25 49-17,-50-25 1,50-49-16,-50 0 16,26 0-16,-1-1 0,0-24 15,-25 0 1,25 0-1,25-24 1,25 24 15,25 49-15,49 1 0,-49-1-1,-1-24 16,-49 0-31</inkml:trace>
  <inkml:trace contextRef="#ctx0" brushRef="#br0" timeOffset="14759.1292">13593 5333 0,'0'25'16,"25"-25"-1,0 0-15,-1 0 16,1 0-16,25 0 16,-25-25-1,-1 25-15,-24-25 16,25 0-1,-25 1-15,-25-1 32,-24 0-17,-1 25 1,25 25-16,-24 0 16,49-1-16,0 1 0,-25 25 15,25-1 1,50 1-1,24 0 1,0-50 0</inkml:trace>
  <inkml:trace contextRef="#ctx0" brushRef="#br0" timeOffset="15049.1124">14039 5259 0,'0'0'0,"0"-25"0,-24 25 31,-1 0-15,25 25-16,-25-1 15,0 51 1,0-26-1,25-24-15,25 25 16,-25-25-16,50-1 16,24 1-1,-49-25 1</inkml:trace>
  <inkml:trace contextRef="#ctx0" brushRef="#br0" timeOffset="15329.0943">14263 5259 0,'0'0'0,"0"24"47,49 1-47,-49 0 16,25 49-1,-25-24 1,-50-50-1,26 0 1,-1-25 0,25 0-1,-25 1-15,25-1 16,0 0-16,25 0 16</inkml:trace>
  <inkml:trace contextRef="#ctx0" brushRef="#br0" timeOffset="15759.0692">14486 5209 0,'0'0'0,"-25"-25"0,50 25 46,-25 25-46,50 25 16,-26-1 0,-24 1-1,0-1 1,0-24 0,0-50 15,0 1-16,0-26-15,75 0 32,-26 26-17,1 24 1,-50 24-16,0 1 16,0 0-16,0 0 0,0 24 15,0 1 1,-25-25-1,25 0 1</inkml:trace>
  <inkml:trace contextRef="#ctx0" brushRef="#br0" timeOffset="16149.0445">15156 5234 0,'-25'0'0,"0"0"15,-25 0 1,1 25-1,24 24 1,25 26 0,25-26-1,24 1 1,-24-1 0,-25-24-1,-74-25 16,-50 0-31,49-25 32,75-49-32</inkml:trace>
  <inkml:trace contextRef="#ctx0" brushRef="#br0" timeOffset="16399.0317">15304 5085 0,'0'0'0,"25"0"15,-25-25-15,25 25 16,-25 99 0,0 1-1,25 24 16,-25-25-31,25-50 32</inkml:trace>
  <inkml:trace contextRef="#ctx0" brushRef="#br0" timeOffset="16559.0218">15255 5333 0,'0'0'0,"-25"0"16,25-25-1,50 0-15,24 1 16,-24-1 0</inkml:trace>
  <inkml:trace contextRef="#ctx0" brushRef="#br0" timeOffset="16879.0028">15528 5259 0,'0'0'0,"25"24"15,-1-24 1,-24 25 0,25-25-16,0 50 15,0-50 1,-25 25-16,25 24 15,-50-24 1,-25-25 0,25 25-1,25-75 1,25 1 0,50-1-1,-26 25 16,1 0-31,-25 25 16</inkml:trace>
  <inkml:trace contextRef="#ctx0" brushRef="#br0" timeOffset="17258.9823">15825 5259 0,'0'24'62,"25"1"-46,-25 0-16,25 0 15,0-25 1,-25 25 0,25-25-1,-1-25-15,26-25 31,-25 50-31,-25-25 0,25 1 32,-25 48 15,0 1-47,0 25 15,0-1 1,0 1-1,0 0 1</inkml:trace>
  <inkml:trace contextRef="#ctx0" brushRef="#br0" timeOffset="17518.9014">16570 5234 0,'-25'0'0,"50"0"0,-100 0 16,50 0-16,1 0 0,-1-25 15,0 75-15,25-1 32,0 50-17,50-49 1,-50-25-16,24 0 15,1-1-15,0-24 16,0 0-16,0-24 16</inkml:trace>
  <inkml:trace contextRef="#ctx0" brushRef="#br0" timeOffset="17708.9569">16718 5184 0,'0'0'0,"0"-25"0,-24 25 31,24 25-31,-25 50 32,25 24-17,0 0-15,0-74 16,0 24 0,25-24-16,-25 0 15</inkml:trace>
  <inkml:trace contextRef="#ctx0" brushRef="#br0" timeOffset="17878.9487">16694 5383 0,'0'0'0,"-25"-25"0,50 25 31,24 0-31,1-25 31,24 0-31,-49 25 16</inkml:trace>
  <inkml:trace contextRef="#ctx0" brushRef="#br0" timeOffset="18008.9379">16942 5283 0,'0'0'0,"0"25"32,0 0-32,0 0 15,0 49 1,0 1-1,0-26 1</inkml:trace>
  <inkml:trace contextRef="#ctx0" brushRef="#br0" timeOffset="18178.9273">16892 5135 0,'0'0'0,"-25"0"0,25-25 0,-25 25 15,25-25 1,50 0 0</inkml:trace>
  <inkml:trace contextRef="#ctx0" brushRef="#br0" timeOffset="18498.9092">17190 5184 0,'0'25'0,"24"0"16,-24 0-16,25 24 16,-25 1-1,-25 24 16,-49-24-31,24-25 32,50-1-32,-24-24 15,24-49-15,0 24 32,49-49-17,1 24 1,-25 25-1,-1 0 1</inkml:trace>
  <inkml:trace contextRef="#ctx0" brushRef="#br0" timeOffset="18948.8806">17314 5283 0,'24'25'16,"1"-25"-16,-25 25 31,25-25-31,-25 25 0,0 0 31,0-1-15,0 1 0,-25-25-1,50 0 17,0 0-32,0 0 31,-25 25-31,24 0 15,-24 0 1,0-1 0,-24-24-1,-1 25-15,25-50 47,49 1-47,1-1 31,-25 0-31,0 0 16,-25 75 15,-25-1-31,-25 26 32,-49-1-17</inkml:trace>
  <inkml:trace contextRef="#ctx0" brushRef="#br0" timeOffset="19428.8528">14461 6300 0,'-25'0'16,"1"0"-1,24 25-15,0 25 31,-25 74-31,25-99 16,0 49 0,0-49-16,0 0 0,0 24 15,0-24-15</inkml:trace>
  <inkml:trace contextRef="#ctx0" brushRef="#br0" timeOffset="19598.8422">14436 6424 0,'0'-24'0,"0"48"0,0-148 16,0 50-16,25-25 16,25 24-1,24 51 1,25-1 0,-74 25-1,25 0-15,-25 0 0,-1 0 16</inkml:trace>
  <inkml:trace contextRef="#ctx0" brushRef="#br0" timeOffset="19778.8346">14536 6375 0,'0'0'16,"-25"25"-16,25-1 31,49-24-31,51 0 15,-1 0 1,-25-49 0,-49 49-1,0 0-15</inkml:trace>
  <inkml:trace contextRef="#ctx0" brushRef="#br0" timeOffset="19928.8249">14908 6325 0,'24'0'31,"-48"0"-31,48 25 0,-24 0 31,0 24-31,0-24 16,0 0 0,0 0-16,0 0 0,-24-1 15,24 1-15</inkml:trace>
  <inkml:trace contextRef="#ctx0" brushRef="#br0" timeOffset="20078.8141">15056 6276 0,'0'0'0,"-24"-25"15,-1 0-15,0 0 16,25 0 0</inkml:trace>
  <inkml:trace contextRef="#ctx0" brushRef="#br0" timeOffset="20278.8023">15354 5978 0,'0'25'0,"0"0"16,-25 49-1,25 50 1,0 0-1,0-25 1,-49 0 0,24-99-1,0 25-15</inkml:trace>
  <inkml:trace contextRef="#ctx0" brushRef="#br0" timeOffset="20478.7902">15577 6176 0,'0'0'0,"0"-24"0,0-1 16,-24 25 0,24 25-1,0 74-15,24 0 32,-24 0-17,-24-49 1,-1-50-16,0 0 0</inkml:trace>
  <inkml:trace contextRef="#ctx0" brushRef="#br0" timeOffset="21128.6823">15429 6400 0,'0'0'0,"24"0"31,26-25-16,74 0-15,0-25 32,-50 26-17,-49-1 1,0 0 0,-50 25 15,25 25-31,-74 49 15,49 1 1,25-26 0,0-24-1,50-25-15,-26 0 0,1 0 16,74-25-16,1-24 16,-51-1-1,-24 0 16,0 1-31,-25 24 16,25 25 0,-1 0-16,1 25 15,0 0 1,-25-1 0,25 1-1,-25 25 1,49-50-1,-24 0-15,99 0 16,-99 0-16,50 0 16,-1-25-1,-74 0 1,-25 25 46,25-25-46,-25 25 0</inkml:trace>
  <inkml:trace contextRef="#ctx0" brushRef="#br0" timeOffset="22728.6573">5482 5085 0,'-25'0'0,"0"0"16,0 0-16,1-50 16,24 26-1,24-1-15,51 0 16,-26 25-16,51-25 31,24 75-31,-50 74 31,-74 25-31,-50-125 16,-24 100 0,49-74-16,0-25 0,-49 24 15,49-24-15,-49 25 0,74-25 16,-25-25 0,75-100-1,24 1 1,-49 74-16,74-74 15,-74 50-15,24 24 16,1-50-16,-25 26 0,49-100 31,-49 124-31,-25-74 0,0 24 16,0 51 0,0 48 30,-49 76-30,-1 24 0,25 25-1,25-1-15,25-48 32,-25-76-32,50 26 15,-26 0-15,51-26 16,-26 1-1</inkml:trace>
  <inkml:trace contextRef="#ctx0" brushRef="#br0" timeOffset="23078.562">6449 5283 0,'0'0'0,"-25"0"16,1 0 15,-26 25-31,0 74 32,26 1-17,24-51 1,24-24-16,1 0 15,0-25-15,-25 25 16,25-1-16,-25 51 16,-75-1-1,-24-24 1,25-50 0,49-50-1</inkml:trace>
  <inkml:trace contextRef="#ctx0" brushRef="#br0" timeOffset="23408.6224">6970 4614 0,'0'0'0,"-25"0"16,1 0-1,24 24 1,-25 1-16,25 0 0,-25 124 31,25-99-31,0 74 0,-25 49 31,25-24-31,0-124 16,0 49 0,25-74-16,-25 25 0,25-25 15,0 0-15,-1 0 0</inkml:trace>
  <inkml:trace contextRef="#ctx0" brushRef="#br0" timeOffset="23648.6058">7317 4812 0,'0'0'15,"0"-25"-15,-24 25 0,-1 0 16,25 25-16,0 0 16,0 25-1,0 49-15,0-74 0,0 24 16,0 26-1,0-51-15,0 100 16,0-99-16,0 0 16,0 0-1</inkml:trace>
  <inkml:trace contextRef="#ctx0" brushRef="#br0" timeOffset="23848.5912">7169 5209 0,'-25'0'0,"25"-25"16,0 0-1,0 1-15,49-1 0,26-25 16,-50 25-16,24 1 0,26-26 31,-1 0-31</inkml:trace>
  <inkml:trace contextRef="#ctx0" brushRef="#br0" timeOffset="24098.5048">7565 4738 0,'25'0'16,"0"0"-1,0 0 1,0 0-16,24 24 31,-24 1-31,0 50 0,0 49 16,-50 49 0,-74 1-1,74-149-15,-50 74 31,75-74-31</inkml:trace>
  <inkml:trace contextRef="#ctx0" brushRef="#br0" timeOffset="25648.4853">18058 4911 0,'0'0'0,"-25"0"16,0 0-16,0 0 15,25-24 1,-24 24-1,-1 0 79,0 0-78,50 0 31,0 0-32,24 0-15,-24 0 0,0-25 16,124 0 0,74 25-1,50-25 1,-199 25-16,149-25 15,-148 25-15,24 0 16,50 0-16,-75 0 0,174 0 31,-198 0-31,49 0 0,-49 0 16,-25-25 0,-25 1-1,-25 24-15,0 0 31,25-25-31,-25 25 0,0 0 32,1-25-32</inkml:trace>
  <inkml:trace contextRef="#ctx0" brushRef="#br0" timeOffset="26008.4085">19596 4589 0,'-25'0'0,"25"-25"15,-25 25-15,25-25 0,-25 25 16,75 0 15,0 25-31,74 0 31,24 0-31,-24-1 32,-99-24-32,25 25 15,-50 0-15,0 0 16,-25 0 0,-25 49-1,-24 1 1,-50-1-1,99-49-15,-74 24 16,74-49-16,0 25 0,1-25 16</inkml:trace>
  <inkml:trace contextRef="#ctx0" brushRef="#br0" timeOffset="27278.3889">20687 4564 0,'-25'0'15,"0"0"-15,25-25 0,0 0 31,25 25-15,0-24 0,0 24-16,49 0 15,-24 0-15,-25 24 0,49 26 16,-24 74 0,-50 0-1,-75 25 1,1-75-1,49-49-15,0 0 16,1-25-16,24-25 16,74-24-1,50-51 1,50-49 0,-26 1-1,-98 98-15,24-24 31,-49 49-31,-25 0 0,25-25 16,-25 26 0,-25 24-1,-24 74-15,-26 25 32,50-74-32,-24 99 15,49-74-15,0-26 0,-25 101 16,75-26-1,74-50 1,24-49 0,-73-24-16</inkml:trace>
  <inkml:trace contextRef="#ctx0" brushRef="#br0" timeOffset="27608.3691">22349 4291 0,'0'0'0,"0"-25"0,-25-24 15,0 24 1,-24 25-1,24 25-15,-25 24 16,1 1-16,-1 49 16,1 75-1,49-50 1,49 0 15,50-50-31,-74-74 0,50 25 31,-51-25-31,26-25 0</inkml:trace>
  <inkml:trace contextRef="#ctx0" brushRef="#br0" timeOffset="27848.355">22845 4316 0,'0'0'0,"0"-25"0,0 0 16,-49 25-1,-1 75 1,-25 74 0,51-1-1,24-98-15,0 74 16,0-99-16,0 25 0,24 24 16,-24-24-1</inkml:trace>
  <inkml:trace contextRef="#ctx0" brushRef="#br0" timeOffset="28028.3452">22572 4713 0,'0'0'0,"0"-25"0,-25 25 15,50-50 1,99 26-1,-74 24-15,74-25 16,-99 0-16,24 25 0,26-25 16,-50 25-16</inkml:trace>
  <inkml:trace contextRef="#ctx0" brushRef="#br0" timeOffset="28208.2935">23068 4390 0,'0'0'0,"25"0"0,0 0 16,25 25 0,-26 50-1,-24 98 1,-124 51 0,75-175-16,-150 150 15,125-150-15,-25 1 0,-100 74 16</inkml:trace>
  <inkml:trace contextRef="#ctx0" brushRef="#br0" timeOffset="29148.2076">9649 7913 0,'-25'0'0,"-24"0"16,24 0 0,-25 0-1,75 0 17,99 0-17,124-25 1,174 0-1,-273 0-15,322 0 16,-322 1-16,49 24 0,373-50 16,346 0-1,224 1 1,273-1 0,248 1-1,-1191 24-15,968 0 31,-943 0-31,0 25 0,1067-49 16,521 24 0,-1588 0-16</inkml:trace>
  <inkml:trace contextRef="#ctx0" brushRef="#br0" timeOffset="41227.5647">12923 8632 0,'-25'25'0,"25"0"78,0 24-62,0-24-16,0 0 15,0 0-15,0 49 16,0 75 0,0 0-1,0-100-15,-24 51 16,24-76-16,0 1 0,0 25 15</inkml:trace>
  <inkml:trace contextRef="#ctx0" brushRef="#br0" timeOffset="41727.5376">12576 8756 0,'-25'0'0,"50"0"47,0-25-47,0 25 16,-1 0-1,76-25-15,73-24 32,26-1-17,-150 25-15,51 1 16,-76 24-16,1 0 0,0 0 0</inkml:trace>
  <inkml:trace contextRef="#ctx0" brushRef="#br0" timeOffset="42207.5088">12626 9575 0,'0'0'0,"24"0"62,1 0-46,0 0-1,25 0 1,74-25 0,-25-25-1,-50 50-15,26-25 16</inkml:trace>
  <inkml:trace contextRef="#ctx0" brushRef="#br0" timeOffset="42937.4068">13370 9054 0,'0'0'0,"-25"0"0,25-25 32,50 25-32,-1 0 15,-24 50 1,0 24-1,0 0 1,-25-49-16,0 50 16,0-51-16,-25-24 0,0 50 15,0 0 1,0-50 0,25-50-1,50-49 16,0 74-31,24-74 16,-49 74-16,49-25 0,-24 26 31,-1 48-15,-24 51 0,-25-26-1,0-24-15,0 0 16,0 0-16,-25-25 15,25-25 17,0 0-32,50-24 15,0-26 1,-26 50-16,26 1 31,-25 24-31,0-25 0,24 25 0,-24 0 31,25 49-15,-50 1-16,0 24 31,-25-24-31,25-25 16,-25 0 0</inkml:trace>
  <inkml:trace contextRef="#ctx0" brushRef="#br0" timeOffset="43407.4386">14585 9029 0,'0'0'0,"0"-25"16,-25 25-16,1 0 0,-26 0 31,0 75-31,-24 24 32,49-25-17,25-24 1,25-50-16,25 25 15,-26-25 1,26-25-16,0-74 16,-26 24-1,26 26 1,-50 73 15,0 1-31,-25 50 31,25-1-31,0-24 16,25-1 15,0-49-31,0 0 0</inkml:trace>
  <inkml:trace contextRef="#ctx0" brushRef="#br0" timeOffset="44027.3993">15081 8930 0,'-25'24'31,"1"1"-31,-1 0 16,25 0-1,-25 25-15,25-26 31,0 1-15,25-25-16,0-25 0,-1 25 16,-24-74-1,25 24-15,-25 1 32,25 49-17,-25 24 1,0 1-1,0 50 1,0 24 0,0 0-1,0 0 1,0-74-16,0 50 31,0-51-31,0 1 0,-50 50 0,26 24 31,-1-25-31,0-49 16,-25 0 15,26-25-15,-1-75 0,25 1-1,49-25 1,51 24-1,-26 1 1,-49 74-16,0-25 16,-1 0-16,1 1 15</inkml:trace>
  <inkml:trace contextRef="#ctx0" brushRef="#br0" timeOffset="44527.3698">15553 9153 0,'-25'0'0,"50"0"31,-1 0-31,1 25 0,50-25 31,-26-25-31,-24-25 16,-25-24 15,0 49-15,-25 25-16,0 0 16,1 25-16,-26 25 15,0 49 1,100 0-1,74-25 1,-99-49-16,99-25 16,-99 0-16,-1 0 0,26 0 0</inkml:trace>
  <inkml:trace contextRef="#ctx0" brushRef="#br0" timeOffset="46107.2804">17115 8781 0,'0'0'0,"-25"25"62,25 24-46,0-24-16,-49 25 0,-1 123 16,50-24-1,25-50 16,-25-74-31,25 0 0</inkml:trace>
  <inkml:trace contextRef="#ctx0" brushRef="#br0" timeOffset="46457.2594">16942 8905 0,'0'0'0,"0"-50"0,-25 1 0,25-75 16,0 24-1,74 51 1,-49 49-16,49 0 31,-49 0-31,0 25 0,25 24 0,-26 50 31,-48 25-15,-51-49-16,1-1 31,49-74-31,-25 25 16,26 0-16,-1-25 0,0 0 16,0 0-1</inkml:trace>
  <inkml:trace contextRef="#ctx0" brushRef="#br0" timeOffset="46827.1583">17289 9004 0,'0'0'15,"25"0"-15,-1 0 0,26 0 31,-25 0-31,24 0 16,-24 0-16,0 0 0,25 50 0,-25-1 31,-1 1-31,-24-25 32,0 0-17,-24-25-15,-1 0 16,0 0-16,0 0 31,25-50-31,25-49 16,49 24-1,1 26 1,-50 24 15,-1 25-31</inkml:trace>
  <inkml:trace contextRef="#ctx0" brushRef="#br0" timeOffset="47147.2149">17859 8880 0,'0'0'0,"25"0"0,0 0 0,49-25 31,-49 25-31,50 0 16,-51 0-16,26 0 16,0 25-1,-50 25 1,0 24-1,-25-49 1,25 0-16,-50 0 16,25-25-16,1 0 15,-26 0 1,0-50 0,50-25-1,25 26 16,25 24-15,-25 0-16,-1 0 16</inkml:trace>
  <inkml:trace contextRef="#ctx0" brushRef="#br0" timeOffset="47407.1993">18802 8756 0,'0'0'0,"-25"0"0,0 0 0,-49 0 15,24 25 1,26 0-16,24-1 31,-25 1-31,25 0 0,0 49 0,0 1 31,49-1-15,26-24-16,-1-50 31,-49 0-31</inkml:trace>
  <inkml:trace contextRef="#ctx0" brushRef="#br0" timeOffset="47757.1855">18951 8954 0,'49'0'31,"-49"-24"-31,100-1 16,-26 0 15,-49 0-31,-25-24 31,-50 24-31,-24 25 16,24 25 15,1 24-15,49 26 0,0-1-1,24-74-15,1 50 16,0-50-16,0 25 0,24-25 15,1 0 1,0 0 0</inkml:trace>
  <inkml:trace contextRef="#ctx0" brushRef="#br0" timeOffset="48057.1616">19844 8731 0,'0'0'16,"-50"-25"-16,25 25 0,-24 0 0,-50 0 31,99 25-31,0 0 16,0 0-16,0 0 0,0 24 16,0 26-1,24-1 1,-24-24-1,25 24 1,-50-49 0,-24-25-16,-26 0 15,50 0 1,-49-25-16</inkml:trace>
  <inkml:trace contextRef="#ctx0" brushRef="#br0" timeOffset="48357.1437">20216 8682 0,'-25'24'31,"0"-24"-31,25 25 0,-25 0 15,1 25 1,98 24 0,-24 0-1,-26 1 1,-48-25 0,-1-26-1,-99 1-15,99 0 16,-99-25-1,74 0-15</inkml:trace>
  <inkml:trace contextRef="#ctx0" brushRef="#br0" timeOffset="48897.0362">20613 8806 0,'0'24'47,"0"26"-32,0-25-15,0 24 0,24 51 31,-24-26-31,0-24 16</inkml:trace>
  <inkml:trace contextRef="#ctx0" brushRef="#br0" timeOffset="49047.1042">20613 8558 0,'0'0'16,"-25"-25"-16,0 0 0,25 0 0,0-24 15,25 24 1</inkml:trace>
  <inkml:trace contextRef="#ctx0" brushRef="#br0" timeOffset="49427.0831">20960 8558 0,'0'0'0,"0"24"0,0 1 15,25 25-15,0 49 32,-1 0-17,-24-49 1,0-25-16,0-1 15,-24-24 1,24-74 0,24 0-1,76 24 1,-51 50 15,-24 0-31,0 50 0,0-26 16,-25 26-1,0 24 1,24-49-16,-24 0 31,25-25-15,0-25-16,0 25 0</inkml:trace>
  <inkml:trace contextRef="#ctx0" brushRef="#br0" timeOffset="49907.0599">21878 8756 0,'0'0'0,"-25"0"0,-25 0 16,26 0-16,-51 0 15,50 0 1,25 50-16,0-1 31,25-24-31,25-25 31,-50-50-15,25-24-16,-1 49 31,-24 50-15,0 0 0,0 99-1,0-99-15,0 74 16,0-49-16,0-26 0,0 76 15,-24 73 1,-51-49 0,1-49-1,24-51 1,25-24-16,25-49 31,-25 24-31,25 0 0,0-24 0,25-51 31,50 26-31,-1 49 16,1 25 15</inkml:trace>
  <inkml:trace contextRef="#ctx0" brushRef="#br0" timeOffset="51606.9535">12750 10418 0,'-25'0'32,"25"-25"-17,-25 25 1,50 0 78,0 0-94,-25 25 15,24-25-15,26 0 16,-25 0-16,49 0 15,-49-25-15,49 25 16,50-25 0,50 25-1,0-49 1,74 24 15,-199 0-31,224 0 0,-198 1 16,123 24-1,25-25-15,1 25 16,-1-25 15,0 0-15,-149 0-16,150 1 16,-150 24-16,75 0 15,74-25 1,-24 25-1,-26 0 1,-123 0-16,74 0 16,-74 0-16,-1 0 0,100 0 15,25 0 1,24-25 15,25 0-31,1 25 31,-26 0-31,-148 0 16,98 0-16,-48 0 16,24 0-1,49 0-15,26 0 32,-26 0-17,1 0 1,-149 0-16,74 0 15,-25 0-15,26 0 16,24 0 0,24 0-1,1 0 1,-49 0 15,-51 0-31,26 0 0,-1 0 16,0 0-1,50-25-15,-24 25 16,-26 0 15,0-25-31,-49 25 16,50 0 0,-51 0-16,76 0 15,-1 0 1,25 0-1,-50 0 1,-49 0-16,0 0 16,0 0-16,0 0 15,74 0 1,25 0 15,-50 0-31,1-24 31,-51 24-31</inkml:trace>
  <inkml:trace contextRef="#ctx0" brushRef="#br0" timeOffset="78425.3705">13717 9823 0,'0'-25'16,"25"25"-16,-25 25 46,0-1-46,-25-24 16,25 25-16,-25 25 16,0-25-16,25 24 15,-74 51 1,0 24 15,24-25-31,25-74 0,-24 49 16,49-49-16,0 0 0,-25 49 31,0 0-31,25 1 31,-50-50-15,1-1 0</inkml:trace>
  <inkml:trace contextRef="#ctx0" brushRef="#br0" timeOffset="78815.27">13146 10641 0,'0'0'0,"-24"0"0,-1 0 0,25-25 16,25 50 15,-25 0-31,24 0 31,-24 49-31,0-49 0,-24 25 31,24-26-31,-25 1 0,25 0 16,0 0 0,25-50-1,-1 25 1,26-50-1,-25 50-15,74-24 16,-74-1-16,0 25 0,49-25 16,25 0-1,1 0 1,24 25 0</inkml:trace>
  <inkml:trace contextRef="#ctx0" brushRef="#br0" timeOffset="80065.1967">8062 11559 0,'0'0'0,"-25"0"15,0 0 1,50 0 62,0 0-78,-1 0 16,1 0-16,124-25 15,74 0 1,0-24 0,-99 24-1,-74 25 1,-50 74 0</inkml:trace>
  <inkml:trace contextRef="#ctx0" brushRef="#br0" timeOffset="80345.2549">8483 11584 0,'0'0'0,"-25"-25"0,1 0 15,-1 25 16,25 25-31,-25 49 16,0-49-16,0 99 16,1-74-16,-26 49 15,-24 75 1,-26-25 0,76-75-1,24-49 1</inkml:trace>
  <inkml:trace contextRef="#ctx0" brushRef="#br0" timeOffset="80815.1518">8657 11906 0,'0'0'0,"-25"0"0,0 0 16,25 25-1,-25 25 1,25 24 0,0-24-1,25-1 1,0-49 0,25-25-1,24-24 1,-49-1 15,-25 75-31,0 49 31,0-49-31,0 25 16,25-50-16,-1 25 16,76-50-1,-51-50 1,1 1-1,-50 49-15,0-24 16,0 24-16,0 0 16,-25 25-16</inkml:trace>
  <inkml:trace contextRef="#ctx0" brushRef="#br0" timeOffset="81125.208">9401 11931 0,'0'0'0,"25"0"31,-25 50-15,0-1-1,0-24-15,-25 74 16,25-74-16,-25 25 15,-24-1 1,-1-49 0,25-74-1,25-50 1,0 99-16,50-74 16,-50 74-16,49-25 15,-24 50 1,0 25 15</inkml:trace>
  <inkml:trace contextRef="#ctx0" brushRef="#br0" timeOffset="81645.1799">10567 12055 0,'0'0'0,"0"-25"16,-25 25-16,0-25 0,-74 25 15,74 0-15,-74 25 16,74-25-16,0 25 0,-24 25 31,49 24-31,49-49 31,51 0-15,-1-50 0,-25-50-1,-74 51-15,0-100 16,0 99-16,-25-74 15,25-1 1,-24 26 0,24 49-1,0 50 1,0 0-16,-25 74 16,0 0-16,0 50 15,25 25 1,25-75 15,25-74-31,24-25 16</inkml:trace>
  <inkml:trace contextRef="#ctx0" brushRef="#br0" timeOffset="81845.166">11013 11981 0,'-49'0'15,"24"0"-15,0 24 16,0-24-16,25 50 16,0 0-16,50-1 15,-50 75 1,0-24 0,-25-51-1</inkml:trace>
  <inkml:trace contextRef="#ctx0" brushRef="#br0" timeOffset="82015.081">11137 11931 0,'0'0'0,"-25"-25"15,1 25-15,-1-25 16,0 1-1,25-1 1,25 25 0</inkml:trace>
  <inkml:trace contextRef="#ctx0" brushRef="#br0" timeOffset="82565.051">11261 12030 0,'0'-25'16,"0"1"0,25 24-1,25 24 1,-50 1-16,49 50 16,-24-51-16,-25 26 15,25 0 1,-25-75 15,25 0-15,0 0-16,49-49 15,-49 49 1,24 0-16,1 25 16,-25 75-1,-50 24 1,25-74-16,-50 24 31,50 1-31,-24-50 0,24-25 31,24 0-15,100-74 0,-49 49-1,-50 26-15,24 24 16,-24 0-1,-25 24-15,0 26 16,0 25 0,-25-1-1,25-49-15,0 24 16,0-24-16</inkml:trace>
  <inkml:trace contextRef="#ctx0" brushRef="#br0" timeOffset="82875.0698">12278 12254 0,'0'0'0,"-24"0"0,24-25 16,24 25 0,51-50-1,-1 25 1,-49-24-1,-25-1 1,-25 50-16,-24 0 16,-1 25-16,-24 0 15,24 74 1,50 0 0,25-24-1,49-26 1,-49-49-16,25 25 31,-1-25-31</inkml:trace>
  <inkml:trace contextRef="#ctx0" brushRef="#br0" timeOffset="83245.0829">12675 12129 0,'0'-24'0,"0"48"31,0 1-31,0 0 16,0 74 0,25-24-1,0-26 1,-25-73 15,49-26-15,26-24 15,-26-1-31,1 75 31,-25 0-15,-25 25-16,0 25 16,0-26-16,0 26 15,-25 0 1,25-1-1,0-24-15,0 0 16</inkml:trace>
  <inkml:trace contextRef="#ctx0" brushRef="#br0" timeOffset="83564.9894">13519 12229 0,'0'25'0,"0"-50"0,0 0 0,-25 0 0,25 0 31,-25 0-31,0 1 0,0 24 16,1 24-1,-1 51 1,0 24 0,25-24-1,0-51-15,50 26 16,-50 0-16,0-1 15,-50-24 1,-24-25 0,-1-25-1,50-49 1,25 49-16</inkml:trace>
  <inkml:trace contextRef="#ctx0" brushRef="#br0" timeOffset="83795.0505">13767 12179 0,'0'0'0,"24"0"16,1 0 0,0 25-1,-25 49 1,0 1-1,-25-26 1,25-24-16,0 0 16,-25-25-16,25 25 15,-24-25 1</inkml:trace>
  <inkml:trace contextRef="#ctx0" brushRef="#br0" timeOffset="83975.0396">13816 12055 0,'0'0'0,"0"-25"0,-25 25 0,25-25 16,0 1 0,0-1-1,25 0 1,0 25-16</inkml:trace>
  <inkml:trace contextRef="#ctx0" brushRef="#br0" timeOffset="84345.0155">14263 12105 0,'0'0'16,"-25"0"-16,0-25 0,-25 50 31,1 49-15,24 1 0,75-1-1,-1-49 1,26 0-1,-1-50 1,-24-25 0,-50 25-16,-25-49 15,25 49 1,-75-25-16,1 1 16,49 49-1</inkml:trace>
  <inkml:trace contextRef="#ctx0" brushRef="#br0" timeOffset="84744.9962">14684 12105 0,'0'24'16,"-24"-24"-1,24 25-15,0 0 0,0 25 16,0 24 0,0-24-1,0-25 1,24-25 0,1-50-1,50 0 1,-1 1 15,-49 49-31,0 0 31,-25 25-31,0-1 16,0 1-16,0 0 0,0 25 16,-25-1-1,0 1 1,25-25-1</inkml:trace>
  <inkml:trace contextRef="#ctx0" brushRef="#br0" timeOffset="85344.9594">15528 12303 0,'-50'-25'0,"25"1"15,1 24 1,-26 0-16,25 24 31,-25 26-15,26 24 0,24 1-1,74-75 1,1-25-1,-26-49 1,-24-1 0,0 26-1,-25 73 1,0 1 0,0 74-1,25-49 1,24-25 15,1-25-31,24-50 31,-49 50-31,25-74 16,-50 49-16,24 0 0,1-74 16,25-75-1,-1 50 1,-24 99-1,-25 50 1,-49 50 0,49-51-16,-50 150 15,25-124 1,25 74-16,-25 25 16,25-50-1,0-50 1</inkml:trace>
  <inkml:trace contextRef="#ctx0" brushRef="#br0" timeOffset="86364.8238">17438 11733 0,'24'0'0,"-73"0"78,49 24-78,-50-24 0,25 25 16,-24 0-1,24 0-15,-49 49 16,49-74-16,0 25 0,25 25 16,0-1-1,50 26 1,49-26-1,-50 26 1,-24-26 0,-25-24-16,-99 25 15,74-50 1,-74 25-16,-25-1 16,74-24-1,26-49 1,24 24-16,24 0 15</inkml:trace>
  <inkml:trace contextRef="#ctx0" brushRef="#br0" timeOffset="86614.8091">17562 12030 0,'0'0'0,"0"-25"15,25 25-15,-1 0 16,-24 25 0,0 50-1,0-1 1,0-49-16,0 25 16,0-26-16,0 1 0,0 0 31</inkml:trace>
  <inkml:trace contextRef="#ctx0" brushRef="#br0" timeOffset="86774.874">17661 11931 0,'0'0'0,"-25"0"15,25-25-15,0 0 16,0 1 0,25 24-16,25-25 15</inkml:trace>
  <inkml:trace contextRef="#ctx0" brushRef="#br0" timeOffset="87424.8415">18207 12055 0,'0'0'0,"0"-25"16,-25 0 0,-25 1-1,1 98 1,24-49-16,25 24 15,-25-24-15,25 25 16,50-50 0,-1 0-1,1-25 1,-25 0-16,-1-24 16,-24 24-16,0 0 0,0 0 15,0 0 1,0 50 15,0 50-31,-24 24 31,-1-74-31,0 74 16,25-74-16,0 0 0,-50 74 16,1 50-1,-26-25 1,1-50-1,0-24 1,49-50-16,-25 24 16,25-24-16,1 0 0,-1 0 15,-25-24 1,50-26 0,25-49-1,49 24 1,-74 51-16,75-26 31,-50 25-31,-1 25 0,26-49 0,0-1 31,-1 0-15,-24 26-16</inkml:trace>
  <inkml:trace contextRef="#ctx0" brushRef="#br0" timeOffset="87894.8079">18405 12179 0,'0'-25'0,"0"0"16,0 1-16,25 24 16,-25 24-1,49 76 1,-49-26 15,0 1-31,-24-26 31,-1-49-31,25 25 16,0-50 0,49-24-1,51-26 1,-26 1-1,1 24 1,-51 50 0,26 25-1,-25 25 1,0 24 0,-50 0-1,-25-24 1,25-25 15,50 24-31,0-49 16</inkml:trace>
  <inkml:trace contextRef="#ctx0" brushRef="#br0" timeOffset="88524.7707">19323 12303 0,'0'0'0,"-25"-25"0,0 1 16,-24-1 0,-26 25-1,26 49 1,49-24-16,-25 25 16,25-25-16,0 24 15,25-24 1,24 0 15,26-50-31,-26-74 31,-24 74-31,0-25 16,-25 26-16,0-1 0,25-25 16,-25 75-1,-25-25 1,25 74-1,0 1 1,0-50-16,25 24 16,-1-24-16,1-25 0,50 50 15,-1-50 1,1-25 0,-26-50-1,1-24 1,-50 50-16,49-76 31,-24 76-31,-25-1 0,50-74 0,-25 50 31,-25 49-15,0 50 0,-25 24-1,0-49-15,-25 100 16,26-51-16,-1 1 0,-25 99 15,25 49 1,1-24 0,24-50-1</inkml:trace>
  <inkml:trace contextRef="#ctx0" brushRef="#br0" timeOffset="91914.4989">20960 12030 0,'0'-25'15,"0"1"-15,0-1 16,50 0-1,49 25 1,0 0 0,-49 25-1,-50 74 1,-75 0 0,50-49-16,-99 49 15,100-74 1,-76 49-16,1-24 31,50-25-31,98-50 31,-24-25-31,99-24 16,-74 49-16,-1 0 0,75-74 0,50 0 31,-50 0-15,-50 49-1,-49 25 1,-50 25 0,0 0-1,-74 50 1,-25 74 0,50 0-1,49-25 1,25-74-16,25 0 31,0 0-31,-1-25 0,1 0 0,74 0 31,-24-25-31</inkml:trace>
  <inkml:trace contextRef="#ctx0" brushRef="#br0" timeOffset="92364.4693">22299 11757 0,'-24'0'31,"24"-24"-31,-25 24 16,25-25 0,0 50 15,-50 24-16,-24 50 1,49-49-16,-49 49 16,49-74-16,25 25 0,-25-1 15,25 1-15,-25 49 16,25-74-16,0 49 16,50-49-1,24 0 1,-49-25-16,0 0 0</inkml:trace>
  <inkml:trace contextRef="#ctx0" brushRef="#br0" timeOffset="92764.4479">22994 11857 0,'0'0'15,"-25"0"-15,0-25 16,25 0 15,-24 0-31,24 50 31,-25 25-15,0-26-16,-25 100 0,26-74 16,-1 49-1,0 1 1,25-26-1,0-49 1,0 0-16</inkml:trace>
  <inkml:trace contextRef="#ctx0" brushRef="#br0" timeOffset="93024.5061">22647 12179 0,'-25'0'31,"25"-25"-31,49 25 16,-24-25-1,99 25 1,-49 0 0,-26 0-1</inkml:trace>
  <inkml:trace contextRef="#ctx0" brushRef="#br0" timeOffset="93474.4782">23242 12427 0,'25'0'16,"0"0"15,-1 0-16,-24 25 1,-24 49 15,-26 1-15,-24-26-16,-1 1 31,26-25-15,24-25-16</inkml:trace>
  <inkml:trace contextRef="#ctx0" brushRef="#br0" timeOffset="94594.4131">24110 12452 0,'25'0'15,"0"0"-15,-25 25 16,25 0 0,-25 24-1,-75 26 1,1-1 0,49-74-16,-49 25 15,49-25 1,0 0-16</inkml:trace>
  <inkml:trace contextRef="#ctx0" brushRef="#br0" timeOffset="94964.3152">24829 12030 0,'0'0'0,"0"-25"0,0 1 0,0-26 16,0 75 15,0 49 0,0-49-31,-49 124 0,-1-99 16,25 74-1,25-25 1,0-50-16,25-24 31,0-25-31</inkml:trace>
  <inkml:trace contextRef="#ctx0" brushRef="#br0" timeOffset="95144.3804">24656 12427 0,'0'0'0,"-25"-25"0,0 1 0,25-1 16,0 0-16,25 0 15,25 0-15,-26 25 16,76-24-16,24-1 31,-75 25-31</inkml:trace>
  <inkml:trace contextRef="#ctx0" brushRef="#br0" timeOffset="95524.3573">25028 12402 0,'25'0'16,"0"0"-16,-1 0 15,1 0-15,74 0 16,-74 0 0,0 0-16,0 0 15,-25 75 1,-50-26 15,50-24-31,-49 0 0,24 0 16,0 0-1,0-25 1,50 0 0,0 0-1,49-25 1,-49 25-16,25 0 15,-1-25-15,1 25 16,74-25 0,49 25-1</inkml:trace>
  <inkml:trace contextRef="#ctx0" brushRef="#br0" timeOffset="95874.3374">26070 11832 0,'0'-25'0,"49"50"31,-24 24-15,0-24-16,0 25 0,74 148 16,-74 26-1,-124-26 1,-149-49 15,173-100-31,-198 26 0</inkml:trace>
  <inkml:trace contextRef="#ctx0" brushRef="#br0" timeOffset="97094.1952">23267 12601 0,'0'-25'31,"25"25"0,-25-25-15,-25 25 0,0 25 31,25 0-32,-25-25-15,0 49 16,25-24-16,-49 0 31,49 0-31,0 0 0,0-1 16,0-48 31,0-1-32,0-25 1,25 25-16,-1 1 15,-24-1-15,0 50 32,0 24-17,-49 26 1,49-51-16,-25 26 16,25-25-16,-25-25 0,25 25 15,-25-25 1</inkml:trace>
  <inkml:trace contextRef="#ctx0" brushRef="#br0" timeOffset="102263.8844">13816 13221 0,'-25'0'94,"25"25"-78,-24-25-16,-1 25 15,0-25-15,25 24 0,-50 1 16,26-25-16,-26 25 16,-24 0-1,-26 24 1,-48 1 15,123-50-31,-99 50 0,99-26 0,-25-24 16,-24 50-1,-50 24 1,25-24-16,-25 0 31,24-1-15,76-49-16,-26 50 15,25-50-15,0 0 0,-24 25 16,-26-1 0,1 1-1,24 0 1,-24 0 0,49-25-1,0 0 32,0 0-47,1 0 31,48 0 16,-24-25 0,0 0-31</inkml:trace>
  <inkml:trace contextRef="#ctx0" brushRef="#br0" timeOffset="102623.8851">12080 13791 0,'0'25'31,"0"0"-15,0 0-16,0 0 16,0-1-1,0 76 1,-25-100-16,0 49 15,25-24-15,-25-25 0,25 25 16,0 0 0,25-25-1,25-75 1,-1 75 0,-24-25-1,25 25 1,0 0 15,-1 0-31</inkml:trace>
  <inkml:trace contextRef="#ctx0" brushRef="#br0" timeOffset="103523.81">13791 13295 0,'0'0'15,"25"0"-15,-25-24 0,-25 24 32,50 24 61,-25 1-77,50-25-16,-25 25 16,49-25-1,50 50 1,50-1-1,24-24 1,25 25 0,-173-50-16,99 24 15,-124-24-15,24 0 0,50 25 16,75 25 0,74 24-1,50 1 1,-1-1 15,-222-74-31,74 25 0,-100 0 0,-24-25 16,50 0-1,24 24 1,-25-24-16,-24 0 31,-1 0-15,-24 0-1,-50 0 17,1 0-32</inkml:trace>
  <inkml:trace contextRef="#ctx0" brushRef="#br0" timeOffset="103913.7874">16570 13767 0,'0'0'0,"-25"0"0,25-25 0,-25 25 16,0-25-16,0 25 47,25 50-32,0-1 1,75 26 0,-1-26-1,-49-49-15,25 25 16,-26 0-16,1 0 16,-25-1 15,-49 1-31,-1 25 31,25-50-31,-49 49 0,49-49 0,0 0 16,-74 25-1,49-25-15</inkml:trace>
  <inkml:trace contextRef="#ctx0" brushRef="#br0" timeOffset="105123.791">8607 14337 0,'0'0'0,"0"-25"0,25 25 16,0 0-1,-25-25 1,0 50-1,-25 0 1,0 74 0,25-74-16,0 74 15,-25-49-15,25 0 0,-49 74 16,-1 0 0,25-50-1,25-99 16,25 25-15,0-74-16,25 49 0,-1-99 31,-24 74-31,25-98 16,24-26-16,-24 50 31,-1 49-15,-24 51-1,0 24 1,24 49 0,-24 75-1,25 50 1,-50 0 0,0-125-16,0 50 15,0-74-15,0 0 16,-25 49-16,25-24 31</inkml:trace>
  <inkml:trace contextRef="#ctx0" brushRef="#br0" timeOffset="105363.7107">8558 14957 0,'0'0'0,"0"-25"0,-25 25 0,25-24 0,0-1 15,0 0-15,74 0 16,-49 0-16,74 1 16,25-1-1,-49 25 1,-51-25-1</inkml:trace>
  <inkml:trace contextRef="#ctx0" brushRef="#br0" timeOffset="105763.6794">9277 14585 0,'0'0'0,"25"0"0,0 0 15,24 0 1,1 0-1,-50 25-15,49 0 16,-24 0-16,-25 24 16,0 26-1,0-1 1,-25-49 0,25-50 15,25 0-31,25-49 31,-1 24-31,1 1 31,-25 49-15,24 0-16,-49 24 0,25 26 31,-25-25-31,0 24 16,0 26-1,-25-1 1,25-49 0</inkml:trace>
  <inkml:trace contextRef="#ctx0" brushRef="#br0" timeOffset="106143.7302">10071 14684 0,'0'0'0,"-25"0"16,25 25 15,0 0-31,-25 0 16,0 24-16,25 1 31,0-25-15,25-50-1,0-49 1,0 24 0,-25 0-1,0 75 17,0 0-32,25 49 15,-1-74-15,1 75 16,0-50-1,-25-1 1,25-24-16,-25 25 31</inkml:trace>
  <inkml:trace contextRef="#ctx0" brushRef="#br0" timeOffset="106373.6412">10294 14387 0,'0'0'0,"0"-25"0,0 0 16,0 50 15,0 49-15,-25 75 0,25 0-1,0-25 1,0-50 15</inkml:trace>
  <inkml:trace contextRef="#ctx0" brushRef="#br0" timeOffset="106713.6245">10840 14585 0,'-25'0'0,"0"0"16,25 25 0,0 0-16,74 49 15,-74 25 1,-24 1 0,-26-100-16,0 24 15,50 1-15,-24-25 16,-26 0-16,25-49 31,25-26-31,25-24 31,25 25-15,-26 49-16,26-25 0,-25 50 16,24 0-1,-49-25-15</inkml:trace>
  <inkml:trace contextRef="#ctx0" brushRef="#br0" timeOffset="107293.5896">11038 14660 0,'-25'-25'16,"0"0"-1,25 75 1,0-26 15,0 1-31,0 0 0,0 25 16,25-26-1,0-24 1,-25-24-16,25-26 31,-25-24-15,0 24-1,0 75 17,0 49-17,0 50 1,0 0 0,0-99-16,-25 74 15,0-49-15,25-25 16,-25 74-16,-24 0 31,-1 0-31,1-49 31,24-25-15,0-25-16,0 0 0,0-50 31,1 25-31,24-24 16,24-51-1,76 26 1,-1 0 0,-25 49-1,-74 0-15,50 25 0</inkml:trace>
  <inkml:trace contextRef="#ctx0" brushRef="#br0" timeOffset="107993.5457">15751 14734 0,'0'-25'0,"0"0"15,0 50 32,0 25-31,0-25-16,-25 74 0,25 50 31,0-25-15,0-100-16,0 26 15,0-25-15,-25-25 16</inkml:trace>
  <inkml:trace contextRef="#ctx0" brushRef="#br0" timeOffset="108373.5229">15677 14808 0,'0'0'0,"0"-24"0,0-1 16,24-25-1,26 25 1,-25 1-16,24 24 0,-24 0 0,0-25 16,49 25-1,26 0 1,-1 99-1,-99 25 1,-25 50 0,0-150-16,-49 76 15,49-76-15,0 1 0,-49 25 16,-50-1 0,0-24-1,49-25 1,51-49 15,24 24-31</inkml:trace>
  <inkml:trace contextRef="#ctx0" brushRef="#br0" timeOffset="108663.5141">16470 14833 0,'0'0'0,"25"0"0,-25 25 47,0 0-47,0 24 15,0-24-15,0 74 16,0-74-16,-25 50 31,25-26-31,-24 1 31</inkml:trace>
  <inkml:trace contextRef="#ctx0" brushRef="#br0" timeOffset="108823.5716">16495 14734 0,'0'0'0,"-25"-25"15,1 25-15,24-25 0,-25 1 16,50 24 0,24 0-16,-24 0 0</inkml:trace>
  <inkml:trace contextRef="#ctx0" brushRef="#br0" timeOffset="109423.5368">16991 14932 0,'-25'0'15,"-24"-24"-15,24 24 0,-25 0 16,-24 49 0,49 1-1,25-1 1,50-49 0,-25 0-16,-1 0 15,1-24-15,0-1 16,0 0-16,0-49 31,-25 49-31,0 50 31,-25 24-15,25-24-16,0 49 0,0-49 0,0 0 16,-25 49-1,-25 50 1,1 1-1,-26-26 1,1-50 0,24-24-1,26-25-15,-26 0 16,50-25-16,-25 25 16,0-49-1,25-26 1,75 1 15,-50 74-31,24-25 0,-24 0 0,0 25 16,0-25-1,-1 25-15,26-24 16,-25-1-16,0 25 0</inkml:trace>
  <inkml:trace contextRef="#ctx0" brushRef="#br0" timeOffset="109673.4503">17264 15032 0,'0'0'0,"0"-25"0,-25 25 0,0-25 32,25 50-1,25 0-31,-25 49 31,50 0-31,-50 1 31,0-26-15</inkml:trace>
  <inkml:trace contextRef="#ctx0" brushRef="#br0" timeOffset="109873.4522">17289 14734 0,'0'0'0,"-25"0"16,25-25-16,-25-24 16,0 49-1,75 0 1,0 24 15</inkml:trace>
  <inkml:trace contextRef="#ctx0" brushRef="#br0" timeOffset="110163.4176">17785 14808 0,'0'0'0,"0"-24"0,0-1 15,0 74 17,0-24-32,-25 0 0,25 74 15,-25-49-15,1-25 16,-1 49-16,25-24 0,-50 49 31,50-74-31,0 24 0,0-24 31</inkml:trace>
  <inkml:trace contextRef="#ctx0" brushRef="#br0" timeOffset="111093.4056">17661 15156 0,'-25'0'0,"25"-25"15,25 25 1,99 0 0,25-25-1,-50 25 1,-49-25 15,-26 25-31,1 0 16,0 0 15,0-25 0,-50 25-31,-25 0 31,26 0-31,24 25 16,-25-25-16,25 25 16,0 0-16,-25-25 15,25 25 1,0-1 0,25-24 15,24-24 0,-24 24-31,0-25 31,-25 50-15,25-25 15,0 0-31,-1 0 16,1 0-16,0-25 15,25-25 1,24 1 0,-74 24-16,25 0 15,0 0-15,-25 0 0,24 25 16,-24-24-16,0-26 16,0 25-16,0 0 15,0 1 1,0-1 78,0 50-32,0-1-62,-24-24 16,24 25-16,-25 0 0,0 49 15,0 50 1,25-24 0,0-26-1,25-24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7:18:45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4688 2902 0,'-25'0'15,"25"25"1,-25-25-16,25 25 16,25 0-1,50-1 1,-26-24-1,-24 0 1,-25 25 78,0 0-94,0 0 0,0 0 15,0-1-15,-25 76 16,0-76-16,1 76 16,-1 73-1,25 26 1,-25-1 0,25-148-16,-25 74 15,25-75-15,0 1 0,0 74 31,-25 50-31,25-26 16,25 26 15,25 0-31,-25-125 0,-25 100 32,0-99-32,0-25 0,0 123 15,-50 1 1,25 25-1,0-25-15,1 0 32,24-125-32,0 125 15,0-99-15,0-25 0,0 123 16,-25 26 0,25 0-1,-25-1 16,0-24-31,25-99 0,0 99 16,0-125-16,0 26 0,0 74 31,25 50-31,25-26 32,-50 1-32,0 0 31,-25-99-31,0 49 15,25-49-15,0-26 0,0 125 16,-25 50 0,0-1-1,1 1 1,-1-51 0,25-98-16,-25 49 15,25-49-15,0-25 0,0 99 31,-25 24-31,0 26 16,-24-50 15,-1-99-31</inkml:trace>
  <inkml:trace contextRef="#ctx0" brushRef="#br0" timeOffset="3919.766">4688 2977 0,'0'0'0,"-25"0"0,25-25 31,-25 25-31,50 0 63,-25 25-63,50-25 15,-25 0-15,74 0 16,-74 0-16,99-25 16,99 0-1,-25 0 1,1 0 0,-150 25-16,125-24 15,-124-1-15,24 25 0,149-50 16,174 1-1,25-26 1,-100 25 0,-49-24-1,-198 74-15,173-25 32,-149 0-32,-25 25 0,125-24 15,-100 24-15,323-50 16,-323 50-16,248-25 15,75 0-15,-75 1 32,-49-26-17,-224 50-15,199-25 16,-99 0-16,98 1 16,76 24-1,-26 0 1,-24-25-1,0 0 1,-199 0-16,124 0 31,-74 1-31,49-1 0,75 0 32,0 0-17,25 0 1,-249 1-16,125 24 15,-125-25-15,26 25 0,-1 0 16,-24 0-16,124-25 16,-150 25-16,100 0 15,0 25 1,0 0 0,-74-25-1,-50 24 1,0 1-1,0 0 1,0 0 15,0 0-31,25-1 32,-25 1-32,0 0 15,0 25-15,25-26 16,-25 26-1,-50 49 1,-24 50 0,-1 0-1,75-124-15,0 99 16,0-25-16,25 0 16,0 75-1,0-25 1,-25 49-1,0 25 1,0-173-16,-25 99 31,0-75-31,0 50 0,25 25 32,0 25-32,25 24 31,-25-148-31,0 123 15,0-123-15,0 24 0,0 26 16,-25-51-16,0 125 16,25-125-16,-24 75 15,24 100 1,-25-1 0,25-149-16,0 125 15,0-125-15,0-24 0,0 74 16,0-75-16,0 150 15,0-150 1,0 76-16,25 98 31,-1 0-31,-24-173 0,25 98 32,-25-73-32,0-26 0,0 26 15,0-26-15,0 125 16,-25-149-16,25 99 15,-24 25 1,24-25 0,0-75-16,24 51 15,-24-51-15,25-24 0,0 74 16,-25-74-16,25 149 16,-25-125-1,0 100-15,0 25 16,-25-25-1,25-125-15,0 76 16,0-76-16,0 1 0,0 25 31,0-25-31,0 49 0,0-49 16,-25 0 0,25 24-16,0 26 31,0-26-16,0-24-15,0 0 16,0 25 0,-25-50-16,1 24 15,-1 1 1,0 0 0,25 0-16,0 0 15,-25-25-15,0 0 63,1 0-48,-1 0 1,0 0 0,0 0-1,-24-25 1,-75 25-1,-25 0 1,-25-25 0,0 25-1,150 0-15,-76 0 16,76 0-16,-1 0 0,-74 0 16,-50 25-1,-50-25 1,-49 25-1,199-25-15,-100 0 16,99 0-16,1 0 0,-26 24 16,26-24-1,-125 0-15,149 0 16,-124 0 0,-74-49-16,0 24 31,0 0-16,148 25-15,-98-25 16,98 25-16,26-24 0,-125 24 16,-25-25-1,1 0 1,0 0 0,-26 25-1,175 0-15,-125 0 16,124 0-16,1 0 0,-125 25 15,1-25 1,24-25 15,-25 0-31,25 0 32,100 1-32,-75 24 15,49-25-15,-74 25 16,-49 0-1,24-25 1,-24 25 0,173 0-16,-99-25 15,74 25-15,1 0 0,-26 0 16,26 0-16,-100 25 16,124-25-1,-49 50-15,-1-26 16,-24 1-1,-25 0 1,99-25-16,-74 0 31,50 0-31,-51 0 0,-24 0 32,0 0-32,25 25 31,74-25-31,-49 25 15,49-25-15,0 0 0,-24 0 16,24 25-16,-74-25 16,74 0-16,-50 24 15,-24-24 1,0 25 0,74-25-16,-49 0 15,49 0-15,-25 0 0,1 0 16,24 0-16,-74 0 15,74 0 1,0 0-16,-25 0 31,1 0-31,-26 0 32,26 0-32,24 0 15,-49 0 1,49 25-16,-25-25 15,-24 0-15,49 0 32,0 0-17,0 0 1,1-25-16,-26 25 16,25 0-1,-24-25-15,-1 25 16,25 0-1,0 0 1,0 0 15,1 25-31,-26-25 32,-24 0-17,-1 25 1,26-25-1,49-25 1,24-24 0,26 24-1,-25 0 1,-50 25 0,0 0-1,0 25-15,-24-25 16,24 0-16</inkml:trace>
  <inkml:trace contextRef="#ctx0" brushRef="#br0" timeOffset="15949.131">5779 4713 0,'0'0'0,"0"25"16,0-1 78,-24-24-63,24 25-31,-25-25 47,25-25 297,0 1-344,0-1 31,25 25-31,-1-25 16,1-25-1,0 26 1,0-1-1,0 0 1,0 0 15,-25 0-31,49 1 0,-24-1 16,0-25 0,0 25-1,-1-24-15,1 24 31,0 0-15,0 0 0,0-24-1,-1-1 1,26 25 0,-25 1-1,0-1-15,-1 25 16,1 0-16,-25-25 15,25 25 1,25-25 15,-1-24-31,26 24 32,-51 0-32,1 0 15,0 25-15,0-25 0,0 1 16,-25-1-1,24 0 1,26 0 0,24-24-1,-74 24-15,50 0 16,-25 25-16,0-25 0,24 0 16,-24 0-1,25-24 1,-25 49-1,-1-25 1,51-25 15,-26 26-31,1-1 32,24 25-17,-49-25-15,25 0 31,24 25-15,-49-25 0,0 25-1,0 0 1,-1 0 0,26 0-1,-25 0 1,0 0-1,24 0 1,1-24 0,-25 24-1,-1 0 17,1 0-17,0 0-15,0 0 0,0 0 16,-1 0-1,1-25-15,25 25 32,-25 0-17,0 0 1,-1 0 0,-24 25-1,25-25 1,0 0-1,-25 24 1,25-24-16,0 25 31,-1-25-31,1 25 32,25-25-17,-25 0-15,-25 25 31,24-25-31,1 0 16,0 0-16,0 25 16,0-25-1,24 24 1,-49 1 0,25-25-1,0 25 1,0 0-1,-1 0 1,1-1 15,0 1-31,0-25 32,-25 25-32,25-25 15,-25 25-15,24-25 0,1 25 31,0-25-31,0 25 16,24-1 0,-24 26-1,0-25 1,-25 0 15,25-25-31,0 24 16,24 1-1,-24 0 1,0-25-16,0 25 31,0 0-31,-1-25 0,1 24 32,0 1-17,0 0-15,24 0 31,-24 0-15,-25-1-16,25 1 16,0-25-16,-25 25 15,49 0 1,-24 0 0,0 24-1,25-24 1,-26 25-1,1-26 1,0 1 15,25 0-31,-26 0 32,26 0-17,-50-1-15,25 1 0,24 0 16,-24-25-1,0 25 1,49 0 0,-24 24-1,49-24 1,-24 0 0,-50 0-16,49 24 15,-49-49-15,24 25 16,1 25-1,24-25 1,-74-1-16,50 1 31,-25-25-31,0 0 0,-1 25 0,76-25 32,-1 25-17,0-25-15,25 25 31,-99-25-31,49 0 16,-49 0-16,0 0 0,24 0 16,26 24-1,24 1 1,0-25 0,-49 0-1,-25 0-15,-50-25 31</inkml:trace>
  <inkml:trace contextRef="#ctx0" brushRef="#br0" timeOffset="18578.9747">5779 4961 0,'-24'0'31,"24"-25"47,0 0-62,24 25 0,1 0-16,-25-24 15,25-1 1,0 25 0,0 25-1,-25 49 1,25-49-16,-25 24 15,24-24 1,-24 25-16,50 24 31,24 25-31,1-24 32,-50-50-32,24 24 15,-24-24-15,0-25 0,24 50 0,-24-26 0,74 26 31,-74-25-31,25 24 16,-1 1 0,1-25-1,-25-25-15,24 25 16,-49-1-16,25 1 0,0 0 16,0-25-16,24 75 15,-24-51-15,25 26 16,24 24-1,1-49 1,-1 25 15,-49-50-31,49 25 0,-49-1 16,25 1 0,24 25-1,1-25-15,-1-25 31,-49 0-31,74 0 16,-74 0-16,0 0 0,24 0 16,-24 0-16,25 0 15,-26 0 1,-24 24-16,25-24 16,50 0-1,-1 0 1,-49 0-16,25 0 15,-1 0 1,26 25-16,-1 0 31,0 25-31,-24-1 32,-25-49-32,24 50 15,-24-25-15,25-1 0,-25-24 0,49 75 31,-49-75-31,49 49 16,25 51 0,-24-26-1,-1 1 1,-49-51-16,0 51 16,0-50-16,0-1 15,-1 1-15,26 50 16,24 24-1,-24-25 1,-25-24 15,0-25-31,-1 24 0,-24-24 16,0 0 0,50 24-1,0 1-15,24 49 31,-74-74-31,50 25 16,-50-26-16,24 26 0,1 0 16,-25-26-16,25 51 15,-25-50-15,25 0 16,0-1 0,-1 51-1,26-1 1,-50-49-16,25 0 15,24 24 1,-49-24-16,75 25 31,-1-1-31,-24 26 32,0-1-17,-26-49-15,26 49 0,-50-49 0,25-25 16,24 50-1,51 24 1,-1-49 0,-50 0-1,51 0 1,-100-1-16,74-24 16,-49 0-1,0 0-15,24 25 16,26 0-1,-1 0 1,-49-25-16,49 25 31,-49-25-31,0 25 0,0-25 0,-1 24 0,26 1 32,-25 0-32,0-25 15,24 25-15,1-25 31,24 0-15,-49 0-16,25 0 16,-1 0-16,26 0 15,49 0 1,-25 0 0,0-25-1,-49 0 1,-25 25-16,49-25 15,-24 1 1,24-1-16,25 0 31,1 25-31,-1 0 32,-50-25-17,-24-25-15,0 50 0,25-74 31,-26 49-31,26-24 16,0-1-16</inkml:trace>
  <inkml:trace contextRef="#ctx0" brushRef="#br0" timeOffset="20078.8868">11237 5011 0,'0'24'62,"24"-24"-46,1 0 0,0 0-1,0 0-15,0 0 0,49 0 32,-49 0-32,24 25 15,51-25-15,24 25 31,0 0-15,-75 0-16,50-1 16,-24 1-16,24 25 15,75-1 1,-1-24 0,-24 25-1,-99-25-15,49-1 16,-74 1-16,0 0 0,49 0 15,-49-25-15,74 74 16,-74-49-16,74 49 31,0 1-31,-24 24 32,-1 25-17,-49-99-15,25 74 0,-26-74 0,-24 25 16,75 24-1,-26 25 1,-24 0 0,-25 1-1,25-1 1,-25-25 0,0-49-16,25 74 15,-25-74-15,0 25 16,0 49-1,0 0 1,0-24 15,0-51-31,-25 26 0,0 0 16,25-1 0,-25 26-1,1-1-15,-26 25 31,25-24-15,0-51-16,1 26 16,24-25-16,-25 0 0,0 24 15,-25 26 1,1-1 0,-50 1-1,-1-1 1,75-49-16,-74 49 15,50-24 1,-26-1-16,1 51 31,24-1-31,-24 0 32,-1 25-17,51-99-15,-51 99 0,50-75 0,-24 1 16,-50 74-1,-25-25-15,-50-74 32</inkml:trace>
  <inkml:trace contextRef="#ctx0" brushRef="#br0" timeOffset="25937.3451">6003 5060 0,'0'-25'16,"-25"25"15,0 0-31,-49 75 31,24-1-31,50-123 32,25 49-17,-25-25-15,50-99 0,-26 74 0,1 1 16,25-76-1,49-73 1,-25 0 0,-49 98-1,0 76 1,-25 123 0,-25-74-16,0 148 15,1-123-15,-26 74 16,0-25-1,26-74 1,-1-25 15,25-50-31,0-24 0,0-25 16,25-25 0,74 0-1,25 49-15,-25 75 31,0 50-15,-99-25-16,25-1 16,-25 1-16,0 0 0,-25 25 15,-49 49 1,49 0 0,50-25-1,74-74 1,-74-24-16,74-51 15,-74 26-15,0 24 16,49-124-16,0 0 31,-24 100-31,-25 123 32,-25 100-17,25-100-15,-25 199 0,0-174 0,0-24 16,0 197-1,25-98 1,-1-174 0,76-298-1,-1-148 1,-50 322-16,26-174 16,-50 224-16,-1 24 0,51 1 15,-50 222 1,-25 274-1,-50 148 1,-24-173 15,74-373-31,-25-24 0,25-75 0,0 1 16,49-249 0,51-322-1,-1-50-15,0 249 31,-25 346-15,-49 150-16,25 123 16,-25-99-16,-25 25 0,24 273 15,-148 199 1,-24-200 0,24-321-1,-25-274 1,99 100-16,-49-248 15,74 223-15,0-25 16,1-223-16,24 74 31,74 298-31,-24 248 32,49 174-17,-99-273-15,25 223 0,-1-248 0,-24-25 16,-49 75-1,-50-100 1,-100-223 0,1-148-1,24-26 1,124 249-16,-49-50 16,50 124-16,49-25 0,-50 25 15,75 25 1,99 74-1,74 0 1,-49 25 15,-124-74-31,25 124 0,-50-100 0,0-24 16,-75 173 0,-99 0-1,26-124-15,73-123 31,26-26-15,49 25-16,0-25 16,24 26-16,1-1 0,74-25 15,100 1 1,24 49 0,-24 49-1,-1 1 1,-148-25-16,98-1 15,-123-24-15,0 0 16,25 25-16,-26-99 31,1-125-31,74-123 32,25-25-17,-99 272-15,75-49 0,-51 99 0,-24 1 16,49-1-1,50 74 1,25-24 0,25-25-1,-25 0 1,-125-25-16,26-24 16,-25 24-16,-25-25 0,0-49 15,0-74 1,-25 49-1,25 99 1,-50 99 15,26-24-31,-51 74 0,26-75 0,24 1 16,-74 99 0,49 49-1,25-49-15,25-74 31,50-75-15,-1-25-16,26-74 16,-26 74-16,-24-25 0,124-24 15,25 49 1,-50 174 0,-75 99-1,-24 74 1,-25-223-16,-25 125 15,25-150-15,-24 1 16,-1 49-16,-50-75 31,51-173-31,-1-74 32,99 74-17,-49 99-15,49 0 0,-49 25 0,0 0 16,49 74-1,-49 100 1,-50 25 0,-99-26-1,0-123 1,75-50-16,-51-75 16,51 26-16,24-26 0,-49-123 15,-1-199 1,75-99-1,75 124 1,49 248 15,-100 124-31,101 74 0,-76-24 0,1-1 16,99 200 0,24 123-1,-74 74-15,-148 1 31,-100-26-15,124-322-16,-99 100 16,99-149-16,1-26 0,24 1 15,148-124 1,51-25 0,-1 124-1,-74 74 1,-124-49-16,25 74 15,-25-49-15,0-25 16,-74 99-16,-50 0 31,24-149-31,-24-173 32,25-125-17,74 224-15,-99-273 0,100 273 0,-26-25 16,-74-149-1,-25 99 1,75 75 0,74 49-1,99 1 1,-74 24-16,99 25 16,-75 49-16,1-24 0,124 99 15,24 149 1,-99 99-1,-124 0 1,-99-74 15,100-248-31,-76 98 0,76-123 0,-1 0 16,-50 74 0,1 50-1,74 0-15,25-75 31,99-74-15,-99-25-16,123-74 16,-73 50-16,-26-1 0,125-74 15,49 25 1,1 49 0,-26 50-1,-99 99 1,-74-49-16,-25 49 15,-25-74-15,25 25 0,-124 24 32,-25-24-32,1-75 15,73-149 17,125-148-17,-25 223-15,74-249 16,-25 100-16,75-49 15,25 123-15,-1 248 32,1 125-17,-25 49 1,-125-199-16,51 125 16,-75-100-16,0 1 15,-75 123-15,-123 26 16,-25-100-1,24-199 1,75-148 15,100 149-31,24-199 0,0 173 0,24 1 16,51-198-16,49 73 31,49 175-31,51 123 31,24 149-15,-174-148-16,75 173 16,-99-174-16,-26 1 0,1 148 15,-124 25 1,-99-99 0,-51-75-1,26-148 1,174 49-16,-75-124 15,99 100-15,25-26 16,-25-148-16,174-100 31,124 75-31,148 199 16,51 198 15,-373-100-31,149 100 0,-198-75 0,-1-24 16,26 124-1,-150 49 1,-123 0 0,-100-74-1,25-149 1,224-25-16,-75-99 16,99 50-16,25 24 0,25-223 15,148-74 1,75 223-1,-25 273 1,-49 148 15,-149-222-31,0 148 0,-25-173 0,-25 24 16,-74 125-16,-50 24 31,-50-99-31,26-124 31,74-174-15,148-123 0,-24 222-16,198-198 15,-173 249-15,123-51 16,26 125 0,-75 49-1,-50 50 1,-74-100-16,0 125 15,0-100 1,-24 1-16,-76 148 0,-73 50 31,24-75-31,74-123 16,150-174 15,-50 49-31,123-124 0,-98 100 16,0 24-16,99-99 15,-1 25 1,-48 149 0,-51 99-1,-49 50 1,0-125-16,-25 76 16,25-76-16,-24-24 0,-26 49 15,-24-24 1,24-124-1,75-75 1,74-75 15,-74 175-31,148-100 0,-123 124 0,0 0 16,123-24-16,51 74 31,-100 74-31,-100 25 31,-123 25-15,50-125-16,-76 51 16,76-50-16,-1 0 0,-49-1 15,25-48 1,173-125 0,174-99-1,74-75 1,-248 224-16,224-223 15,-199 197 1,0 1-16</inkml:trace>
  <inkml:trace contextRef="#ctx0" brushRef="#br0" timeOffset="87173.7993">17562 1910 0,'0'0'16,"25"0"47,-1 0-48,-24 25 1,25 0-1,-25-1 1,0 26 0,0 24-1,0-49 1,0 25-16,0-25 0,0-1 16,0 51-1,0 49-15,0 49 16,-25-24 15,25 0-31,0-99 16,0 49-1,0-74-15,0 0 0,0 74 16,0 50 0,0-1-1,0 26 1,25 0-1,-25-149-15,0 99 16,0-100-16,0 26 16,0 49-16,25 50 15,0 25 1,0-26 15,-1 26-31,1 0 16,-25-149-16,0 99 31,0-75-31,-25-24 0,25 99 0,-24 25 31,-1-25-15,25 25 0,0-125-16,0 51 15,0-25-15,0-26 0,0 76 16,0 48-1,0 1 1,0-25 0,0 0-1,0-99 1,0 49-16,0-49 0,0 0 16,0 25-1,0 49-15,25 0 16,-25-24 15,0 24-31,-25 0 31,0-49-31,25 49 16,-25-74-16,25 24 16,-25 50-1,25 1 1,-24-26-1,24-49-15,0 49 16,0-49 0,0 25-16,0 24 15,0 1 1,0-1 15,0 25-31,0-74 16,0 49-16,0-49 0,0 0 15,0 49 1,-25 26-16,0-26 31,0 0-15,0-24 0,0-25-16,1 49 15,-1-74-15,25 25 0,-50 49 16,25 1-1,-24 24 1,24-24 0,-25 49-1,50-100 1,-24 51-16,-1-50 0,25 24 16,-25 26-1,-25 24-15,26-25 16,24-24 15,-25-50-31,25 25 31,0-1-15,-25 26 0,25 24-1,0-49 1,0 25-1,0 0 1,0-1 0,0 1-1,25-50 1,0 0 93,-1 0-93,1 0 0,0 0-16,-25-25 15,25 25 1,0-25-1,-1 0 1,1 25 0,-25-24-1,25 24 1,0-25-16,0 25 0,-1 0 16,51-25-1,24 25-15,-24 0 16,49 0 15,0 0-31,-75 0 16,75 0-1,-74 0-15,-1 0 0,100 0 16,25 0 0,24-25-1,26 0 1,-1 0-1,-25 1 1,-123 24-16,123-25 16,-148 25-16,99-25 15,99 0 1,0 25 15,-50 0-31,-148 0 16,98 0-16,-98 0 0,0 0 15,74 0 1,0-25-16,25 25 31,24 25-15,26 0 0,-51 0-1,-98-25-15,49 0 16,-24 0-16,49 0 15,25 0 1,-1 0 0,-24 0-1,-74 25 1,74-25-16,-99 0 0,24 0 16,26 0-1,-25 0-15,98 0 0,-123 0 16,74 0-16,25 0 31,25 0-31,25 0 31,-125 24-31,100 1 16,-50-25-16,26 50 16,48-50-1,-49-25 1,-74-99-1</inkml:trace>
  <inkml:trace contextRef="#ctx0" brushRef="#br0" timeOffset="90193.6218">17512 1984 0,'0'0'0,"0"-24"0,-25 24 0,25-25 16,-25 0 0,50 25 93,0 0-109,0-25 0,0 25 16,49 0-1,50 0 1,75-25 0,-125 25-16,149 0 15,-148 0-15,-1 0 0,100 0 16,-100 0-16,249 25 15,-224 0-15,124-25 16,124 0 0,50-50-1,-298 50 1,224 0-16,-224 0 0,0 0 16,75-24-16,-75 24 0,248 0 15,-272 0 1,173 0-16,99 24 31,25 26-31,-273-50 16,174 25-1,-173 0-15,-1-25 0,99 24 16,-123-24-16,272 25 16,-273 0-16,125-25 15,49 25 1,49 0-1,-222-1-15,173 1 16,-174-25-16,25 25 16,50 0-16,-49-25 0,247 49 15,-273-49 1,174 25-16,0 0 16,-49 0-1,-1 0 1,-173-25-16,149 49 31,-75-24-31,50 25 0,-1-1 31,-48-49-15,-75 0 0,-25 25 30,0 0-30,0 0 0,0-1-1,24 26 1,-24 0 0,0 24-1,0 25 1,0 25 15,-24 75-31,24-150 16,0 100-1,0-99-15,0 24 0,0 25 16,0-24-16,0 148 16,-25-148-16,0 73 15,-50 76 1,-24 48-1,74-222-15,-74 173 16,50-148-16,24-1 16,-50 75-16,51-99 0,-51 198 15,50-199 1,25 125-16,-24 49 16,24 50-1,0-199 1,0 125-16,0-125 0,0-24 15,-25 99 1,25-100-16,-75 175 0,75-175 16,-49 125-1,24 49 1,0 0 0,0 0-1,25-173-15,-24 99 16,24-99-16,-25-1 0,0 125 15,-25-1 1,1-24 0,-1-50-1,25 1 1,1-76-16,24 51 16,-25-25-16,25 24 15,0 0 1,0 1 15,0-26-31,0 1 31,0 0-15,0-1 0,-25-24-1,0-25 16,0 0-31,0 25 32,1 0-32,-1 24 15,-25 1 1,25 24 0,1 25-1,-1 25 1,25-99-16,-25 50 31,0-50-31,25-1 0,-25 1 31,1 0 32,24 0-48,-25-25 17,0 0-1,0-25-31,0 25 0,-24-25 16,24 25-16,-74-25 15,74 25 1,-74-24-16,-75-26 31,-49 0-31,-75 25 31,199 25-31,-149-24 16,50-1-16,-125-25 16,-74 25-1,0 25 1,25 0-1,99 0-15</inkml:trace>
  <inkml:trace contextRef="#ctx0" brushRef="#br0" timeOffset="91933.444">17413 3373 0,'0'0'0,"25"0"31,-1 0-15,1-24-16,25-1 31,-25 25-31,0 0 31,-1 0-31,1 0 16,0 0-16,0 0 0,49 0 16,75 0-1,49 0 1,75 25-1,99-1 1,-272 1-16,197-25 16,-198 25-16,1-25 0,197 0 15,125 25 1,49-25 0,1 0-1,-1 0 1,-347 0-16,198 25 31,-222-25-31,-26 0 0,199 49 0,49 1 31,50-1-15,25 51 0,25-26-1,-323-49-15,149 49 16,-99-49-16,0 25 15,-25-25 1,-50-25 0,25 0-1,1 0 1,-75 0-16,24 0 16,-24 0 30,25 24-30,74 1-16,74 25 31,-148-50-31,74 25 16,-75-1-16,-24-24 0,74 25 16,-24-25-1,-1 0 1,1-49-1,49 24 1,-100 25-16,51 0 16,-26 0-16,-24 0 0,74 25 15,25-1 1,25 26 0,0-25-1,-99-25 1,-26 0-16,1 0 31,-25-25-31,25 25 31,25-25-15,24 25 0,-24 0-1,-25 50-15,24-50 16,1 25-16,-25-1 0,49 1 15</inkml:trace>
  <inkml:trace contextRef="#ctx0" brushRef="#br0" timeOffset="93493.4261">17686 4614 0,'-25'0'16,"50"0"62,0 0-62,-25 24-16,74 1 15,-49-25 1,74 25-16,-49 0 0,-1-25 15,75 25 1,-74-25-16,272 24 0,-222-24 16,172 25-1,125 0 1,-25 25 0,25-25-1,-298-1-15,249 1 16,-249 0-16,0 0 0,224 0 15,49 49 1,-25-24 0,-25-1-1,50 1 1,-272-25-16,197 24 16,-197-24-16,-1 0 0,174 24 15,-1 1 1,-24-25 15,-24-25-31,24 25 31,-174-25-31,149 0 16,-148 0-16,-1 24 0,125 1 16,-1 0-1,-49 0 1,0-25-1,-25 0 1,-99-25-16,99 25 16,-50-25-16,25 25 15,50 0 1,-25 25 0,-25 0-1,-74 0 1,0-25-16,25 0 78,-1 0-62,-24 0-16,25 0 15,-26 0-15,51 24 16,-50-24-16,-1 0 0,-48 0 78,-1 0-78</inkml:trace>
  <inkml:trace contextRef="#ctx0" brushRef="#br0" timeOffset="94963.3412">17735 5978 0,'0'0'0,"50"25"125,-25 0-125,0-1 15,24-24-15,75 0 16,99 25 0,125 25-1,49-1 1,-273-24-16,198 25 31,-198-25-31,-25-1 0,224 26 0,49-25 31,-25 0-15,0 24 0,1 1-1,-249-50-15,149 49 16,-149-49-16,-24 25 0,148 0 15,50 0 1,-25-25 0,0 25-1,25-1 1,-199-24-16,124 25 16,-123 0-16,-26-25 0,125 25 15,49 24 1,1-49 15,-51 25-31,-24 0 31,-99-25-31,74 25 16,-75-25-16,1 25 0,74-25 16,74 0-1,-49 0 1,0 0-1,0 0 1,-124 0-16,74 0 16,-74 0-16,-1 0 0,76 0 15,24 25 1,25 24 0,-25-24-1,-50-25 1,-49 0 15,0 0 0,-1 0-15,-48 0 78,24-25-94,-50 25 0</inkml:trace>
  <inkml:trace contextRef="#ctx0" brushRef="#br0" timeOffset="96393.2552">17587 7565 0,'0'0'0,"24"0"47,1-24-47,25 24 15,-1 0 1,51 24-1,-1 1 1,-50-25-16,75 25 16,-74-25-16,0 0 0,148 25 15,75 0 1,74 24 0,25 1-1,25-1 1,-298-49-16,199 25 31,-199-25-31,0 25 0,174-25 0,75 25 31,-1 0-15,0-1 0,-49 1-1,-224-25-15,125 50 16,-150-50-16,26 25 0,98 0 15,100-1 1,-25 1 0,25 25-1,-25-1 1,-198-49-16,123 25 16,-123-25-16,24 0 0,75 0 15,99 25 1,-49-25 15,-1 25-31,-24-25 31,-149 0-31,99 0 16,-100 0-16,26 0 0,49 0 16,75 0-1,-25 25 1,24-1-1,-24 26 1,-124-50-16,0 0 16,0 25-16,-1-25 15,1 0 1,0 0-16,49 0 16,-24 0-1,-25 0 1,-50 25 62,0-25-62,0 0-16,1 0 15</inkml:trace>
  <inkml:trace contextRef="#ctx0" brushRef="#br0" timeOffset="97993.167">17711 8706 0,'0'0'0,"0"25"0,-25 0 15,0-25 1,-25 25-16,1-25 31,24 0-15,50 0 46,0 0-62,24 0 16,-24 0-16,25 0 16,-26 0-16,1 0 0,74 0 15,75 25 1,24-25 0,1 24-1,49 1 1,-174-25-16,150 25 31,-150-25-31,0 25 0,150 0 0,98-1 31,1 1-15,-26-25 0,-24 0-1,-199-25-15,125 1 16,-125 24-16,1-25 0,148 0 15,50 0 1,-25 25 0,-74 0-1,-26 25 1,-123-25-16,99 0 16,-99 0-16,25 0 0,74 25 15,49 0 1,-24 24 15,0-24-31,-25 0 31,-74-25-31,74 0 16,-75 0-16,1 0 0,99 25 16,49 0-1,0-1 1,-49 1-1,-25 0 1,-99-25-16,50 0 16,-51 0-16,1 0 0,74 25 15,50 24 1,0-24 0,0 0-1,-25 0 1,-99-25-16,24 0 31,-24 0-31,0-25 0,49 25 0,50 0 31,25 25-15,0 0 0,0 24-1,-100-49-15,51 25 16,-76-25-16,1 25 0,50-25 15,24 25 1,0-25 0,-49 0-1,-25 0 1</inkml:trace>
  <inkml:trace contextRef="#ctx0" brushRef="#br0" timeOffset="99913.048">19397 1935 0,'0'25'16,"25"-25"0,-25-25 15,-25 25 16,25 25-32,-25 49 1,-49 75 0,24 24-1,1 51 1,49-175-16,-25 100 16,0-99-16,25-1 0,-49 125 15,-1 24 1,0 50 15,1 50-31,24-50 31,25-198-31,0 123 16,0-123-16,0 0 0,0 98 0,0 76 31,0-1-15,-25 0-1,25-24 1,0-150-16,0 100 16,0-99-16,0-26 0,25 125 15,-25 25 1,25-25 0,-25 24-1,25-24 1,-25-124-16,0 74 31,0-24-31,0 24 0,0 25 31,-50 0-15,50-25-16,0 0 31,-25-74-31,25 74 16,0-49-16,0-25 0,0 74 15,0 25 1,0-50 0,-49 1-1,49-1 1,0-49-16,0 49 16,0-49-16,0 0 0,0 50 15,0 49 1,0-25 15,0 25-31,0 0 31,0-99-31,0 74 16,24-74-16,-24 24 0,50 26 0,-25 24 31,-25 0-15,0-24-1,-25-1 1,25-49-16,-25 49 16,25-49-16,-25 25 0,25 49 15,0 25 1,0 0 0,0 0-1,0-50 1,0 1 15,0-51-31,-24 51 0,-1-50 16,25 24-1,-25-24 1,25-50-16,-25-124 31,0 100-31,1-75 0</inkml:trace>
  <inkml:trace contextRef="#ctx0" brushRef="#br0" timeOffset="101742.8639">20712 1935 0,'0'0'0,"0"25"32,0-50 15,25 25-32,-50 0 32,25 25-47,0-1 16,-25-24-16,25 50 93,0-25-93,0 0 16,25 24-16,-25 75 0,0 124 31,-25-24-15,25-1-16,0 25 31,25-199-31,-25 150 16,0-150-16,0 26 0,0 148 15,-50 75 1,-24-50 0,49 25-1,25 0 1,0-224-16,25 174 16,-25-173-16,25 24 0,-1 100 15,1 24 1,-25 26 15,0-1-31,25 25 31,-25-198-31,0 98 16,0-98-16,0-25 0,0 99 0,-25 25 31,25 0-15,0-25-1,0 0 1,0 0 0,0-100-16,25 51 15,-25-1 1,0 1-16,0 24 16,0 0-1,0 0 1,0-24 15,0-50-31,25 99 16,-25-100-16,0 76 15,0-1 1,0-25-16,0 25 31,0-24-15,0-50-16,0 74 15,0-74-15,0 49 16,0 25 0,0-24-1,0-26 1,0 26 0,0-26-1,0-24 1,0 74-16,0-74 0,0 50 31,0-1-31,-25 0 31,25-24-15,0-25-16,-25 24 16,25-24-16,0 0 15,0 49 1,0 1-1,25-75 17,-25-25-17,25 25 1,0-149-16</inkml:trace>
  <inkml:trace contextRef="#ctx0" brushRef="#br0" timeOffset="103612.8287">22870 2108 0,'0'0'0,"0"-24"0,0-1 62,0 0-46,0 0 0,0 0 31,-25 25-16,25 25 63,-25-25-79,25 50-15,0-25 0,0-1 16,0 76-1,-24 73 1,24 75 0,0-198-16,-25 173 31,0-173-31,0 74 0,0 49 16,25 51-1,0 24 1,0-174-16,0 125 31,0-125-31,-25-24 0,25 74 0,-24-75 16,-1 174-1,25-173-15,0 99 16,-25 74-16,25 0 31,0-173-31,-25 99 16,0-124-16,25 24 0,-24 26 15,24-26-15,-25 125 16,25-149-16,-25 124 16,0 49-1,0 25 1,1-24 0,24-150-16,0 75 31,-25-25-31,25 50 0,0 0 31,25 25-31,-1-25 31,-24-100-31,0 26 16,0-51-16,0 1 0,0 0 0,0 0 16,0 99-1,0-99-15,0 74 16,-24 25-1,-1 0 1,25-99-16,0 49 16,0-49-16,-25 0 0,25 24 15,0-24 1,0 74-16,0-74 0,0 74 16,0 25-1,-25 0 1,0 0 15,25-99-31,-24 25 16,24 0-16,-25-1 15,25 1 1,0 24-16,-25 1 31,25-51-31,0 51 16,0-50-16,0-1 0,0 26 15,0-25-15,25 49 16,-25-49-16,0 0 16,0 0-1,0 24 1,-25 1 0,25-25-16,0-1 15,-25 26 1,25-100 31,0 1-32,0 24-15</inkml:trace>
  <inkml:trace contextRef="#ctx0" brushRef="#br0" timeOffset="105512.6415">24383 2183 0,'25'0'16,"-25"25"109,0-1-125,0 1 0,-25 0 15,25 0 1,-25 99-16,25-99 0,-25 99 31,-24 25-31,49-1 31,-25-98-31,25 74 16,0-99-16,0 24 0,0 26 0,0-26 16,0 175-1,-25-175-15,25 150 16,-49 49-1,-1-50 1,0-24 0,50-125-16,-24 75 31,-1-74-31,25 0 0,-25 74 0,-25 74 16,50 25-1,-24-24 1,-1-26 15,0-148-31,0 99 16,0-49-16,-24 49 15,24 49 1,25 51-16,-25 24 31,25-199-31,0 125 16,-25-149-16,25 24 0,-25 51 15,1-76-15,-26 125 16,50-99-16,-50 74 16,26 49-1,-26 1 1,50-149-16,-25 74 16,25-49-16,-25-26 0,25 26 15,-24-25 1,24 74-16,0-74 0,0 49 31,0 50-31,24 25 31,1-25-15,-25-99-16,25 49 16,-25-49-16,0 0 0,0 49 15,0-24 1,-25 0-1,0 24 1,1 25 0,-1-24-1,25-50 1,-25 49-16,25-49 0,0 24 16,-25 26-1,0-1 1,1 25 15,24-74-31,-25 50 0,25-26 16,-25 50-1,0 1 1,0-1-16,1-25 31,-1-24-15,25-25-16,-25 49 15,25-49-15,0 49 16,0-24 0,0-75 31</inkml:trace>
  <inkml:trace contextRef="#ctx0" brushRef="#br0" timeOffset="107322.6116">25971 2332 0,'0'0'0,"-25"-25"15,25-25 1,0 25-1,-25 1 17,25-1-1,-25 25-31,0 25 47,25-1-32,0 1 1,0 25-16,-25 49 31,1 25-15,24 25-16,-25 0 31,25 0-15,0-125-16,-25 100 15,0-74-15,0 49 16,-24 50 0,-1 49-1,1 26 1,24-26 0,0-148-16,25 74 31,-25-50-31,25 25 0,0 50 31,-25 25-31,1 49 31,-26 0-15,25-198-16,25 124 0,-25-124 16,25 24-16,0 51 15,-24 48 1,24 1-1,-25 75 1,0-1 0,25-149-16,-25 75 31,25-124-31,0 24 0,-49 75 0,-1 0 16,25 25-1,-24 25 1,24 49 15,25-173-31,-25 99 0,25-100 16,0 1-16,-25 49 15,25 0 1,-25-24-16,1 24 31,-1 0-15,0-74-16,0 49 15,25-49-15,0 0 0,-25 74 16,0 0 0,-24-24-1,49 24 1,-25-25 0,25-49-16,0 50 31,-25-51-31,25 1 0,0 25 0,0-1 31,0 1-31,-25 0 31,25-1-15,0-24-16,0 25 0,0-25 16,0-1-16,-24 26 15,24 0 1,0-1-1,0 26 1,0-51 0,0 1-16,0-50 31,0 1-15,0-1-1,-50 25 1,25 0-16,0 0 31,25 25-31,-24-25 0</inkml:trace>
  <inkml:trace contextRef="#ctx0" brushRef="#br0" timeOffset="110712.3355">19075 3795 0,'-25'-25'16,"50"25"109,-25-24-32,25 24-93,-25-25 0,24 0 16,26-50 0,24 26-1,26-26 1,24 1 15,-100 74-31,51-50 0,-75 26 16,25 24-16,-25-25 15,-25 25 1,0 25 0,-25-25-1,-74 74 1,100-74-16,-76 74 15,76-74-15,-1 25 0,-74 50 16,-1 24 0,26-25-1,24-24 1,100-50 0,-25 0-16,74-25 15,-49 0 1,-26 25-16,100-24 0,-74 24 31,-25 0-31,-50 74 31,-25 0-15,26-74-16,-26 50 0,25-25 16,0 0-16,-24 24 15,24-24 1,25 0-1,124-25 1,25-25 0,-124 25-16,74-50 15,-74 50-15,-1 0 0,-48 25 32,-26 25-17,-49 49 1,0-25 15,49-49-31,75-25 31,99-74-15,25-50-16,-25 0 31,-75 49-15,-24 75-16,-25-24 15,-25 24 1,25 49 0,-24 1-1,-1-1 1,0-49 0,25 25-1,25-25 1,49 0-16,-49 0 0,74 0 31,50-49-31,-50-26 31,-74 50-15,-25 1-16,-25 24 16,-74 0-1,0 0 1,-25-50-1,25-74 1,74 0 0,25 99-16,0-25 15,49 50-15,-49-24 0,25 24 16,50 0 0,-51 99-1,51 0 1,-1-24 15,-24-26-31,-25-24 31,-25 0-15,-25 0-16,25 49 31,74-49-15,-49-25-16,99 25 15,-99-25-15,0 24 0,74 1 16,-25 25 0,-49-25-1,-25-1 1,-25 1 0,25 0-16,-25-25 15,25 25 32,25-25-47,74 25 31,25-1-15,-99-24-16,25 0 0,-25 0 16,-25 25-1,-25 0 1,-50 25-1,1 24 1,24-24 0,26-26-16,-1 26 15,0-50-15,25 50 16,25-50 0,24-50-1,1 50 1,-50 25 15,0 0-15,-25 24-1,-24-24 1,-26 0-16,1-25 31,24-50-15,25 50-16,-24-74 15,24 49-15,-25 0 16,-24-24 0,24 24-1,1 74 1,74 26 0,-25-50-16,74 24 15,-49-24 1,0 0-16,24 24 0,-24-24 31,-50-25-31,-49-49 31,-25-1-15,74 50-16,0 0 16,25-50-16,0 26 15,25-51 1,0 26-1,-1 49 1,26 0 0</inkml:trace>
  <inkml:trace contextRef="#ctx0" brushRef="#br0" timeOffset="113542.2439">20786 4514 0,'25'0'47,"-25"-24"-47,25-1 16,-25 0 0,50 0-1,-26 25 1,-48 0 109,-1 0-125,0 0 31,25-25 47,25 50 16,-25 0-78,0 0 15,-25-25-16,25 25 1,0-50 15,0 0-15,25 25-16,-25-25 31,25 25 0,24-25-15,75-49 0,-99 74-16,99-74 15,-99 49-15,0 25 0,74-75 16,0-24 0,-25 50-1,-49 24 1,-50 74 15,1-24-31,-51 50 16,50-51-16,-24 1 0,-50 74 15,-1 1 1,100-26-16,50-49 31,99-50-15,-100 25-16,75-74 15,-74 49-15,-25-25 0,74-24 16,-49 24 0,-75 75-1,-25 49 1,-49 26 0,74-76-16,-49 51 15,74-50 1,-25-25-16,25 24 0,25 1 31,124-25-31,-25-25 31,0 1-15,-75 24-16,51 0 16,-76 0-16,26 0 0,24 24 15,-49 1-15,50 25 16,-51-50-16,-24 25 15,0 24 1,0 1 0,25-50-1,0 0 1,0 0 0,49 25-1,1-25 1,-51 24 15,-24 1-31,-24-25 16,-1 75-1,0-50-15,25 24 16,0-24-16,25 0 31,0 0-15,-1-25 31,26 0-47,49 0 15,1 0 1,-76 0 0,-24 24-1,-24-24 1,-26 50-16</inkml:trace>
  <inkml:trace contextRef="#ctx0" brushRef="#br0" timeOffset="115132.0881">19819 5159 0,'-25'0'0,"0"0"110,25 25-95,-24-25-15,-26 25 0,0 0 16,26 24 0,24-24-16,0 0 15,0 0 1,49-25 15,26 0-31,-51 25 31,26-1-15,-25-24-16,0 25 16,-25 0-16,24 0 15,-98 24 1,0 26-1,49-50 1,25-1 0,25-24-16,49 0 15,-49 0-15,24 0 0,1-24 16,-25 24-16,74-50 16,-74 50-16,0 0 15,-25 25 1,24 24 15,1-24-31,-25 50 16,25-51-16,-25 1 0,25 25 15,24 24 1,26-49-16,-26-25 31,1 0-15,-50 25-16,0 0 15,25-25-15,-25 25 0,25 24 16,-1-24 0,26 25-1,-25-1 1,-25 26 0,0-26-1,0-24 1,0 0-16,0 0 15,25-25 1,-25-25 0,0 0-1,-25 0 1,25 0-16</inkml:trace>
  <inkml:trace contextRef="#ctx0" brushRef="#br0" timeOffset="115992.0223">21307 6970 0,'0'0'0,"-49"0"0,-1 0 15,0 0 1,75 0 31,0 0 31,25 0-78,24-25 0,75-24 31,0 24-31,-100 25 31,-24 74-15,-25-49-16,0 50 16,25-51-16,-25 1 0,0 50 15,0-1 1,-25-24-1,50-50 17,0 0-32,24 0 15,-24 0-15,0 0 16,0 0 0,-25 24-16,0 26 15,0 24 1,0-24 15,74-25-31,-24-25 31,24 49-15,75-24-16,99 25 31,-50-25-15,-123-25-1,-125 0 17,-24 0-32,-75-50 15,124 25-15</inkml:trace>
  <inkml:trace contextRef="#ctx0" brushRef="#br0" timeOffset="116971.9641">20687 5779 0,'0'0'16,"0"-24"-16,0-1 15,0 0-15,25-49 16,0 49 0,0 25-16,-1 0 15,1 0-15,0 0 0,25 0 16,49 0 0,25-25-1,74 25 1,25 25 15,-24-25-31,-174 0 16,49 0-1,-74-25-15,0-25 16,-25-24-16,-24 49 31,-26 25-15,26 75-1,24-75-15,25 49 16,0 1 0,25-1-16,49 1 15,1-25 1,-75 0 0,-25-1-1,25 1 1,-50 50-16,25-26 15,0 26 1,25-1-16,25-24 31,75-1-15,-51-24-16,26 0 16,-51-25-16,1 25 0,25 0 15,-25 24 1,-25 1-1,0-1 1,24-24 0,76-25-1,-76 0-15,76-25 16,-51 25 0,26-49-16,-51-1 15,1 1 1,0 49 15,0 0-15,0 0-1,-1 0-15,1 49 16,-25-24-16,0 25 0,-49 24 31,24-24-15,25-26-16,25-24 15,-1-24 1,51-51 0,-26 50-1</inkml:trace>
  <inkml:trace contextRef="#ctx0" brushRef="#br0" timeOffset="117671.9248">23168 5879 0,'0'0'0,"-25"-25"0,0 25 16,0-25-1,25 0 1,25-24 0,0-1-1,0 25 1,49 25 0,25 0-1,-24 75 1,-51-1 15,-98 50-31,0-49 31,49-75-31,-50 49 16,75-24-16,-24 0 0,98 49 31,75 25-15,0-49-1,-125-25-15,1 0 16,-25 24 0,0-24-16,-25 25 15,1-26 1,24 1 0,0 0 15,24 0 0,51 0-31,-26-1 31,1-24-15,-50 25-16,-25-25 31,0 25-31,1-25 16,-1 25-1</inkml:trace>
  <inkml:trace contextRef="#ctx0" brushRef="#br0" timeOffset="118391.8846">22622 7342 0,'0'0'0,"0"25"16,-25-25-1,50 0 16,0 0-15,99 0 0,-50 25-1,-49 0 1,0 24 0,-25 1-1,-25-25 1,25-1-16,-25 1 31,25 0-31,-25-25 0,1 25 31,-1-25-15,50 0-16,-1 0 16,100 0-1,-74 0-15,49 0 16,-24 0-1,-51 0 1,-48 0 15,24 25-31,24-1 32,1-24-32,0 25 15,25 0 1,24 0 15,-24 24-31,-26-49 16,51 25-1,-50-25-15,-1 0 16,1-49-16,-25 24 16</inkml:trace>
  <inkml:trace contextRef="#ctx0" brushRef="#br0" timeOffset="119061.9155">23887 7962 0,'0'0'0,"0"-25"31,25 1 1,-25-1-17,25 25 1,-1 0 0,26 0-1,0 0 1,-1 0 15,-24 0-31,0 0 16,-25 25 15,0-1-31,25 1 31,-1-25-15,1 0 31,0-25-47,49 1 15,26 24 1,-51 0 0,-49 24-1,0 1 16,-25-25-15</inkml:trace>
  <inkml:trace contextRef="#ctx0" brushRef="#br0" timeOffset="120221.8476">24309 5184 0,'0'0'0,"-25"0"0,25 25 62,-25-25-62,0 0 31,0 0-15,50 0 47,25 0-32,-25 0-31,24 0 0,100-74 31,-124 74-31,99-50 0,-99 50 16,-1 0-16,1-25 15,-50 25 32,1 25-31,-1 0-1,25 0-15,0-1 16,74 1 0,50 0-1,25-25 1,-25-25 0,-49 0-1,-51 25 1,1 25 31,0-25-32,-25 25 1,25-25-16,24 25 0,-24-25 16,0 0-16,25 0 15,-26 0-15,26 25 16,-75-25 31,0 24-47,-24-24 15</inkml:trace>
  <inkml:trace contextRef="#ctx0" brushRef="#br0" timeOffset="120911.7524">24532 6400 0,'0'0'0,"-25"-25"16,0 25-16,0 0 15,25-25-15,-24 25 16,48 0 47,1 0-63,-25 25 0,25-25 15,0 0 1,24 25-16,-24-25 0,0 24 15,0 1 1,-25 25-16,-25-1 16,-25 1 15,1-50-31,49-25 31,49 0-15,1-24-1,0 24 1,-26 25 0,26 50-1,-25-26-15,24 1 16,26 0 0,24 0-16,75 0 15,-75-1 1,-49 1 15,-50 0 0,24-25-15,76 50-16,24 24 31,-100-49-31</inkml:trace>
  <inkml:trace contextRef="#ctx0" brushRef="#br0" timeOffset="121791.7117">25450 7714 0,'0'0'0,"-25"0"15,0 0-15,25-25 16,25 25 15,24 25-15,-24-25-16,74 25 16,-74-25-16,25 25 15,-50 0 1,0-1 15,-50 1-31,25 0 16,1-25-16,24 25 78,24-25-78,1 0 15,-25 25-15,25 24 16,0-24 0,-25 0-16,-25 0 15,-49-25 1,24 25 0,0-25-1,26 24 1,24 1-16,0 0 0,0 0 15,49 0 1,26-25-16,24 0 16,-50 0 15,-24 0-31,0 0 0,0 0 16,0 0-16,-25 24 15,24-24-15,51 50 16,-50-50-1,-25 25-15,-50-25 32,50 25-32,-25-25 0,25 24 15,0 1-15,50 0 0,-25 0 16,0-25-16,123 49 16,-123-49-16,99 0 15,-99 0 1</inkml:trace>
  <inkml:trace contextRef="#ctx0" brushRef="#br0" timeOffset="160569.4636">16818 11857 0,'-25'0'0,"0"0"31,0 0-31,25 24 156,0 1-156,0 0 32,0 0-32,0 0 0,0 24 31,0-24-31,0 49 16,0-49-16,0 0 0,-25 74 15,1 25 1,-1 0-16,0-24 31,0-26-15,25-49-16,-25 0 15,25-1-15,0 1 0,0 0 32,0 0-32,0 0 46,0-50-14,25 25-17,0-25 1,25 25-16,24-25 31,0 25-15,1-25-1,-1 25 1,-49 0-16,49 0 16,-49-24-16,50 24 15,-26 0 1,26 0 0,-26 0-1,1-25 1,-25 25-1,-1 0 1,1 0 62,0 0-31,-25-25-31,25 25-1,-25-25-15,0 0 0,0 1 32,0-1-32,25-25 31,-25 1-31,25-26 15,-1-24 1,-24 74 0,25-49-16,-25 49 15,0-50 1,25 26-16,-25-1 31,25 1-15,-25-1-1,0 0 1,25 26 0,-25-1-1,-25 25 48,0 0-32,0 0-15,0 0-16,-49 0 31,49 0-31,-49 0 16,49 0-16,0 0 0,-25 0 15,26 0-15,-51 0 16,50 0-16,1 0 15,-1 0 1,0 0 0,0 0-16,-24 0 15,24 0-15,0 0 0,-25 0 16,-24 0 0,24 0 15,-24 25-31,49-1 15,25 1-15,0 0 16</inkml:trace>
  <inkml:trace contextRef="#ctx0" brushRef="#br0" timeOffset="162789.2796">17462 12725 0,'50'0'16,"-50"25"47,0-1 15,0 1-63,0 0 1,-25 0-16,25 0 0,-25-1 16,25 26-1,0 24 1,0 1-16,0-50 15,25-1 1,-25 1-16,0 0 31,0 0-31,0 0 16,0 24 0,0-24-1,-25 0 1,25 0-1,0 0 1,25-25 0,0 0 15,0 0 0,0 0-15,0 0-1,-1-25 1,51 0 0,-26 25-1,-24 0-15,25 0 16,-25 0 0,-1 0-16,26 0 15,24 0 1,-49 0-1,0 0 1,0 0 0,0 0 93,-25-25-93,0 0-1,24 25-15,-24-24 16,25-26 0,25 25-1,-25 0-15,-1 0 16,-24 1-1,25-1-15,-25 0 32,0 0-32,0-24 31,0 24-15,0 0-16,0 0 15,0 0-15,0 1 16,0-1-16,0 0 78,-25 25-78,1 0 31,-1 0-15,0 0-1,-25 0-15,50 25 0,-74-25 32,49 0-32,0 25 0,1-25 0,-1 0 0,-50 0 31,51 0-31,-1 0 16,0 0-1,-25 0 1,1-25-16,24 0 15,-25 0 1,26 25-16,-1-25 16,0 25-1,0 0 1,25 25 15</inkml:trace>
  <inkml:trace contextRef="#ctx0" brushRef="#br0" timeOffset="164219.2519">17686 12849 0,'0'0'0,"-25"0"0,0 0 16,0 0-1,75 0 1,24 0 0,100-25-1,-149 25-15,74 0 16,-74 0-16,0 0 16,-1 0-16,-48 0 15,-26 25 1,-49 0-1,0-1 1,74 1 0,-50-25-16,51 25 0,-1-25 15,-25 25 1,25-25-16,50 25 31,50-25-15,73 0-1,-98 0-15,49 0 16,-49 0-16,-25 0 0,24 0 16,-49 24-1,-124 26 1,-25-25 0,25 24-1,100-49-15,-26 25 16,50 0-1,25 0-15,99-25 16,25-25 0,-25 0 15,-100 25-15,-48 0-1,-100 25 1,-25 0-16,25 0 31,49 0-15,75-1-1,100-24 1,-76 0-16,150 0 16,-149 0-16,74 0 15,-25 0 1,-74 25-1,-49-25-15,-1 25 32,1 0-32,24-25 0,-50 0 0,51 25 0,-100-25 31,99 0-31,-25 0 0,25 24 31,75-24-15,0 25-1,24-25 1,-74-25-16,25 1 16,-25-1-1,0 0-15,-50-25 16,-24-24 0,49 49-16,25-25 15,0 26-15,0-1 0,25-25 16,-25 25-16,49-24 15,-24 24-15,0 25 32,0 0-32,-25 25 31,0 0-31,0-1 16,0 1-16,49 0 15,-24-25 1,25 0-1,-25-25 1,-25 0 0,-75 1-1,50 24-15,-24-25 16,24 25-16,0 0 16,-24 0-16,-1 0 15,75 0 16,24 0-31,1 0 32,-25 0-32,0 25 0,-50-1 31,-74 1-31,-1-25 31,26 25-15,49-25-16,75 0 15,24 0 1,-24 0-16,-1 0 0,100-25 16,-99 0-16</inkml:trace>
  <inkml:trace contextRef="#ctx0" brushRef="#br0" timeOffset="165989.1442">18157 13494 0,'0'-25'15,"25"25"-15,0 0 16,24 0-1,-74 0 32,1 25 0,24 0-31,-50 49-1,25 25 1,0-24 0,25-1-1,0-49-15,25 24 16,-25-24 0,25 25-16,-25-25 15,0-1 1,0 1-1,0 0 17,25-25 77,0 0-109,-1 0 16,1 0-1,0 0-15,49 0 16,1 0 0,-1 0-1,-49 0-15,25 0 16,-25 0-16,-1 0 15,51 0-15,24 0 16,-25 0 0,-24 0 15,-25 0-15,0 0-1,-25-25 1,0 0 31,0 1 0,24-1-47,1 0 15,0-49 1,0-1-1,0 1 1,-1 74 0,-24-50-16,0 25 15,0 1 1,0-1 0,0 0-1,0 0 1,0 0 15,0 1 0,-24-1 1,-1 25-32,0 0 15,0 0-15,0 0 16,1 0-1,-26 25-15,-24-1 16,-1 1 0,-49-25 15,0 0-31,99 0 16,-74-25-1,74 25-15,0 0 0,-24 0 16,24-24-16,0 24 31,0 0-15,25 24-1,-24 1 1</inkml:trace>
  <inkml:trace contextRef="#ctx0" brushRef="#br0" timeOffset="167239.0351">18430 13767 0,'-25'0'0,"0"0"0,50 0 31,25 0-15,-26 0-16,76 0 16,-75 0-16,74 0 15,-25 0 1,-49-25 0,-50 25-1,0 0 1,-49 25-1,-50-1 1,25 26 0,-1-50 15,76 25-31,48-25 47,76 0-47,73 25 31,-49-1-15,-49-24-1,-75 25 1,-99-25 0,-1 0-1,1 25 1,25-25-1,-1 0 17,100 0-17,0 0 1,49-25-16,1 25 31,-50 0-15,-1 0-16,-24 25 31,-24-25-15,-76 0-1,1 25 1,0-25 0,49 0-1,75 0 1,74-25-1,50 25 1,-25-25 0,-74 0 15,-75 25-15,-25 0-1,-49 0 1,-25-49-16,74 24 31,50-25-15,124 1-1,-99 49-15,75-25 16,-51 25-16,-24 0 16,49 0-16,-24 0 15,-75 0 16,-24 0-31,-26 25 16,26-25 0,-51 0-16,75 0 0,-24 0 15,-1 0 1,75 0 0,49 0-1,51-25 1,-1-25-16,-75 26 31,-24-1-31,0-25 16,0 25-1,-25 1-15,24-1 0</inkml:trace>
  <inkml:trace contextRef="#ctx0" brushRef="#br0" timeOffset="167889.0314">18430 12874 0,'0'-25'0,"0"0"31,-25 25-31,0 0 16,25 25 15,25 0-15,0 49 0,0 0-1,-25-24-15,0 24 16,-25-49-16,25 0 15,-25 50-15,0-1 16,25-24 0,0-26 15,25 1-31,25-50 31</inkml:trace>
  <inkml:trace contextRef="#ctx0" brushRef="#br0" timeOffset="168808.9786">18430 12948 0,'0'0'15,"-25"0"-15,0 0 0,0-25 32,25 0-17,25 25 1,0 0 0,-25-24-1,50 24 1,24 0-16,-24 0 15,49 0 1,-74 0-16,0 0 0,99 0 16,0 0-1,0 0 1,-50 0 0,-24 0-1,-26 0 1,1 0-1,0 0 1,0 0 0,-25 24 62,-25 1-47,25 0-31,0 0 16,-25-25-16,25 74 15,0-49-15,0 49 16,0-49-16,0 0 16,0 50-16,0-1 15,0 0 1,25 1-1,-25-50 1,0-1 0,0 1-1,-25-25 48,0 0-63,25-25 0,-24 25 15,-26-24 1,25 24-16,0 0 0,-74-25 16,-25 25-1,-25 25 1,50-1 0,25 1-1,49-25 1,25-25-16,0-24 15</inkml:trace>
  <inkml:trace contextRef="#ctx0" brushRef="#br0" timeOffset="169858.9152">18604 13072 0,'0'0'0,"-25"0"16,25-25-16,-25 0 15,0 25 1,25-24-16,-25 24 31,25-25-31,25 25 16,74 0-1,50-25 17,-124 25-32,49 0 0,-49 0 0,0 0 15,-50 0 1,-74 0 15,-50 25-15,25 0-16,99-25 15,-49 24 1,49-24-16,0 0 0,-24 0 16,-1 25-1,100-25 1,98 0 0,76 0-1,-175-25-15,100 25 16,-124 0-16,25 0 15,-1 0-15,-24 25 16,-75 0 0,-74 25 15,25-26-15,74 1-1,1-25-15,73 50 16,-24-50-16,25 25 0,24-25 31,-24 0-15,-75 0-1,25 25 1,-50-25-16,-74 49 16,99-49-16,-49 25 15,49-25 1,75 25-1,49-25 1,-74 0 0,49 0-16,-49 0 0,0 0 15,0 0 1,-75 0-16,-49 25 31,-25-1-15,99 26-16,50-25 31,24-25-31,75 25 16,-74-25-16,0 0 15,-26 0 1,-48 0 0,-100 0-1,99 0-15,-50 0 16,51 0-16,-1 0 15,-25 0-15,50 24 16,25-24 0,49 25 15</inkml:trace>
  <inkml:trace contextRef="#ctx0" brushRef="#br0" timeOffset="171168.8376">16669 13122 0,'0'0'0,"25"24"0,-1 1 31,26 25-31,-25 24 31,24 50-15,-49-74-16</inkml:trace>
  <inkml:trace contextRef="#ctx0" brushRef="#br0" timeOffset="171358.8283">16917 14412 0,'0'0'15,"0"24"-15,-25-24 0,0 25 0,0 25 16,-24-25-1,49 49-15,-25 25 32,25 0-32,25 1 31</inkml:trace>
  <inkml:trace contextRef="#ctx0" brushRef="#br0" timeOffset="171508.8175">16818 15577 0,'0'0'0,"-25"0"0,0 25 0,-49 25 16,24-1-1,50 1 1,0-25-16,25 49 16,0-49-16</inkml:trace>
  <inkml:trace contextRef="#ctx0" brushRef="#br0" timeOffset="171668.7377">16818 16297 0,'0'0'0,"0"24"0,0 1 0,0 0 15,-25 25 1,0-1-16,25-24 31,74 25-15,-24-1-16</inkml:trace>
  <inkml:trace contextRef="#ctx0" brushRef="#br0" timeOffset="172108.7872">17289 16743 0,'0'0'0,"0"-25"16,0 1-16,0-1 15,74-25 1,-49 50-16,223-49 15,-173 49-15,148 0 32,50 24-32,-25 26 31,-50-25-15,-173-25-16,49 0 15,-49-50-15,0 50 0,25 0 16,98-49-1,100 49 1,75 0 0,-25 0-1,-224 24-15,75-24 16,-100 0-16,-24 0 16,74-24-16,25-1 15,25 25 1,50 25-1,-1-1 1,-148 1 0,123-25-16,-123 0 0,0 25 15,24-25-15</inkml:trace>
  <inkml:trace contextRef="#ctx0" brushRef="#br0" timeOffset="172268.7754">21977 16669 0,'0'0'0,"99"0"0,-74 0 15,0 0-15,49-25 16,-49 25-16,99 0 16,-74 0-16,24 0 15,50-25 1,25 25 0,49 25-1</inkml:trace>
  <inkml:trace contextRef="#ctx0" brushRef="#br0" timeOffset="172408.7647">23763 16718 0,'0'0'0,"25"0"0,-1 0 15,51 0 1,74 0 0,-100 0-16,75 0 15,-74 0-15,0 25 0,98 0 16</inkml:trace>
  <inkml:trace contextRef="#ctx0" brushRef="#br0" timeOffset="172588.7536">25028 16892 0,'-25'0'0,"25"-25"15,0 0-15,25 1 16,49-1-1,50 25 1,0 0 0</inkml:trace>
  <inkml:trace contextRef="#ctx0" brushRef="#br0" timeOffset="172808.7409">25722 16396 0,'0'0'0,"-24"-25"15,-1 0-15,-25 0 16,50 1-16,-49-76 16,24 51-16,0-50 15,25-25 1,74 0 0,1-50-1,74 0 1,-125 125-16,26-1 15</inkml:trace>
  <inkml:trace contextRef="#ctx0" brushRef="#br0" timeOffset="172968.6925">26144 14908 0,'0'-25'0,"0"50"0,0-75 0,0-49 31,0 49-31,-25 25 0,1-49 16,24 24-16,-50-74 15,50 100-15,0-26 0,0-49 16,74-50-16,26 25 31,-1 0-15,-50 49-16</inkml:trace>
  <inkml:trace contextRef="#ctx0" brushRef="#br0" timeOffset="173128.6587">26491 13171 0,'0'0'0,"0"-25"16,0 1-16,0-1 0,0 0 0,0-74 31,0 74-31,0 0 0</inkml:trace>
  <inkml:trace contextRef="#ctx0" brushRef="#br0" timeOffset="173288.7127">26491 12626 0,'0'-25'16,"0"0"-16,0 0 16,0 0-16,0-49 15,0 49-15,0 0 0</inkml:trace>
  <inkml:trace contextRef="#ctx0" brushRef="#br0" timeOffset="173488.7056">26095 12179 0,'0'-25'0,"49"25"16,-49-25-16,0 1 15,0-26 1,0 0 0,-49 26-1</inkml:trace>
  <inkml:trace contextRef="#ctx0" brushRef="#br0" timeOffset="173628.6296">25971 11931 0,'0'0'0,"-50"-25"0,0 25 16,-123-74-16,98 49 0,-148 0 31,173 0-31,-49 1 0</inkml:trace>
  <inkml:trace contextRef="#ctx0" brushRef="#br0" timeOffset="173788.684">23664 11683 0,'0'0'0,"-75"0"0,-24-25 0,-75 0 16,-148-24 0,24-1-1,224 50-15,-100-49 16</inkml:trace>
  <inkml:trace contextRef="#ctx0" brushRef="#br0" timeOffset="174268.6546">20861 11385 0,'0'0'0,"-75"-24"0,1 24 0,24-25 0,-223-50 31,25 26-15,50 24-1,148 25-15,-98 0 16,98 25-16,25-25 16,-74 25-16,74-25 0,-149 24 15,150 1-15,-100-25 16,-25 25-1,25-25 17,74-25-32,-24 0 0,24 25 0,25-24 15,-49-1 1,-50 0-16,0-25 16,0 25 15,0 25-31,0 0 31,99 0-31,-74 50 16,74-50-16,-25 50 15,1-1 1,24-24 0,0-25-1</inkml:trace>
  <inkml:trace contextRef="#ctx0" brushRef="#br0" timeOffset="174458.6431">17338 11410 0,'0'0'0,"-49"0"0,-1 0 0,25 0 16,-99 0-16,75 0 0,-50 0 31,74 0-31,-25 0 15,25 50 1</inkml:trace>
  <inkml:trace contextRef="#ctx0" brushRef="#br0" timeOffset="177008.4187">18926 14163 0,'0'0'16,"-25"0"-16,25 25 47,0 0-32,0 0 1,0 0-16,0-1 16,0 1-16,25 0 15,-25 74 1,-25 1-1,0-1 17,25-50-32,-24-49 31,24-24-15,24 24-1,-24-25 1,50 0-16,0 25 31,-26 0-31,26 0 16,0 0-16,24 0 15,0 25 1,1-25 0,-1 25-1,-49-25 1,0 0 31,0 0-47,-1 24 31,1-24-15,-25-24-1,0-1 16,0 0-15,-25 0 0,25-24-1,0-1 1,25 25-16,0-24 16,0 24-16,-25 0 0,25-25 15,0-49 1,-25 25-1,-25 74 64,0 0-64,0 0 1,0 0-16,-24 0 31,49 24-31,-50 1 16,25 0-16,0-25 15,1 0-15,-76 25 16,1-25 0,-25 0-1,25 0 1,74 0-16,-24 0 15,24 0 1,50 0 31,-1 0-47,1 0 16,0 0-16,49 0 0,-24 0 0,-25 0 15,24 0 1,1 0-16,49 0 15,-74 0-15,25 0 16,-50 25 0,-50-1-1,-49 26 1,74-50-16,-74 0 16,74 25-16,0-25 0,-49 50 15,24-26 1,75 26-1,74-50 1,-74 0 0,99-25-16,-99 25 0,0-25 15,24 25 1,-24 0-16,0 0 16,0 0-16,-50 0 15,0 0 1,-49 25-16,24 0 31,25-25-15,50 0-1,25 25 1,24 0 0,-49-25-1,-75 0 1,-24 24-1,49-24-15,-49 25 32,49-25-32,0 0 0,25 25 31,25 0-15,24 0-16,1-25 31,-50 24-31,25-24 15,0 0 1,-75 0 0,75 0 31,24-49-47</inkml:trace>
  <inkml:trace contextRef="#ctx0" brushRef="#br0" timeOffset="178328.3407">19621 13618 0,'24'0'32,"1"0"-32,0-25 15,0 25-15,0 0 31,-25 25 63,-25 0-47,25-1-47,-25 1 16,25 0-16,-50 74 15,50-49-15,-24 49 16,-1 0 0,0-24-1,0-1 1,25-49-1,25-25-15,0-50 16</inkml:trace>
  <inkml:trace contextRef="#ctx0" brushRef="#br0" timeOffset="179108.372">19596 13767 0,'0'0'0,"0"-25"47,25 25-47,-1-25 15,51-25 1,49 26-1,0-1 1,0 25 0,-99 0-16,24 0 31,1 0-31,-50 25 47,25-25-32,-25 24 1,0 1 0,0 0-1,0 0 1,0 0 31,0-1-32,0 1-15,-75 74 32,26 25-32,-1 25 31,0-25-15,26-49-16,24-50 0,0-1 31,24-24 0,-24-24-31,0-1 16,0 0-1,0 0-15,-24 25 16,24-25-16,-25 25 16,0 0-16,0-25 0,-49 1 15,24 24-15,-24-25 16,-1-25-1,26 50 17,24 0-32</inkml:trace>
  <inkml:trace contextRef="#ctx0" brushRef="#br0" timeOffset="179728.2826">19720 13891 0,'0'0'0,"0"-25"0,25 0 0,-1 25 16,51-25-1,-50 0-15,148 1 32,-148-1-32,74 0 0,-74 25 31,-50 25-31,-99 0 16,99-1-16,-74 1 31,74-25-31,1 25 0,-26-25 15,25 25 1,25 0 0,75-25-1,49 24 1,-100-24-16,26 0 16,-25 0-16,-50 0 15,-25 0 1,-49 0-1,50 0 17,49 50-32,24-50 0,76 25 31,-76 0-31,1-25 0,50 0 16,-75 24-16,-100-24 31,-73 0-31,-1 0 31,149 25-31,-24 0 16,24-25-16,25 25 15</inkml:trace>
  <inkml:trace contextRef="#ctx0" brushRef="#br0" timeOffset="181008.1814">18951 13841 0,'0'0'0,"-25"-25"0,0 25 15,25-49 1,75 24 0,-26-25-1,26 50 1,-1 0 0,-49 0-16,74 0 15,-74 25-15,74-25 16,-25 25-1,-49-25 17,-50 0 15,25-25-16,-24 25-31,-1 0 15,0 0 1,0 0 0,0 0-1,50 0 1,0 0 0,74 0-1,-24-25 1,-50 25-16,-1 0 15,1 0-15,0 0 32,0 0-1,0 0-31,49 0 16,-49 0-16,0 0 31,-50 0-16,0 0 1,-74 0 0,24 25-1,51-25-15,-51 25 16,50-25-16,0 0 16,1 0-16,-1 25 0,-25-1 15,50 1-15,0 0 16,0 0-1,50-25 17,-1 0-32,-24 0 0,0-25 31,0 25-31,-25 25 16,-25-25-16,-99 25 31,25-1-16,49 1 1,25-25-16,25 25 16,25-25-1,0 0 17,0 0-32,0 0 15,-25 25 1,-25-25-16,-25 25 15,1-25-15,24 24 32,0 1-32,0 0 31,100-25-31,24 0 16,-74 0-16,49 0 31,-49 0-31,-50 0 31,-25 0-31,1 0 16,-26-25-1,1 0 1,74 1-16</inkml:trace>
  <inkml:trace contextRef="#ctx0" brushRef="#br0" timeOffset="181768.1391">19521 12824 0,'0'0'0,"-25"0"31,1 0 0,24 25-31,0 0 47,24-25-31,1 0-16,75 0 15,48 0 1,51 0-1,-1 0 17,-74 0-32,-99 0 0,25 24 31,-26-24-31,-48 0 109,-1 0-93,0 0 0,0 0-1</inkml:trace>
  <inkml:trace contextRef="#ctx0" brushRef="#br0" timeOffset="182128.1159">20290 12898 0,'-25'0'15,"1"25"32,24 0-47,0 0 0,0 0 16,0 49-1,0 0 1,0-49-16,-25 50 16,25-50-16,0 24 0,-25 26 15,0 24 1,25-25-1,0 1 17,25-26-32,-25-24 0,25 0 31,0-25-31</inkml:trace>
  <inkml:trace contextRef="#ctx0" brushRef="#br0" timeOffset="182918.1445">19571 13047 0,'0'0'0,"-25"0"0,0 0 0,0 0 0,1-25 31,48 25-15,51-24-16,-50 24 0,74-25 31,-49 25-31,-26 0 0,76 0 15,-1 0 1,-50 25 0,-49-1-1,-99 1 1,74-25-16,-99 25 16,75 0-16,24-25 0,-74 25 15,74-1 1,99 1-1,100 0 17,0 0-32,-125 0 0,1-25 31,-50 25-31,-25-1 0,0-24 16,-99 50-16,0-25 31,99 24-16,75 26 1,-50-50-16,74 24 16,-49-24-16,-25 0 0,50 24 15,-50-24 1,-75-25 0,-24 25-1,50-25 1,49 25-1,-25 24 17,25 51-32,0-26 31,0-49-15,0 0-16</inkml:trace>
  <inkml:trace contextRef="#ctx0" brushRef="#br0" timeOffset="183428.0424">20166 14610 0,'0'25'16,"25"-25"-16</inkml:trace>
  <inkml:trace contextRef="#ctx0" brushRef="#br0" timeOffset="183588.0289">20687 14734 0,'-25'0'0,"0"0"15,50 0 1,0 0 0,0 0-16</inkml:trace>
  <inkml:trace contextRef="#ctx0" brushRef="#br0" timeOffset="183768.0368">21307 14932 0,'0'0'0,"-25"0"0,1 0 16,-1 25-16,0-25 0,0 0 16,75 0-1,24 0-15,149 0 16,100 25 0,-249 25-16</inkml:trace>
  <inkml:trace contextRef="#ctx0" brushRef="#br0" timeOffset="184068.0364">22671 15255 0,'100'49'32,"-200"-98"-32,349 173 0,-200-99 15,75 24 1,75 1 0,24 0-16,-174-50 0,100 24 31,-99-24-31,24 25 0,75 0 15,0 49 1,-25-24 0,-25 24-1,25 1 1,-99-50-16,99 49 16,-99-49-16,24 0 0,26 49 15,-1-24 1,-74-26-1</inkml:trace>
  <inkml:trace contextRef="#ctx0" brushRef="#br0" timeOffset="184207.9966">25400 16371 0,'-25'-25'15,"0"0"1,25 1-16,0-1 15,0-50 1,25 75-16,50-24 0</inkml:trace>
  <inkml:trace contextRef="#ctx0" brushRef="#br0" timeOffset="188487.7435">2480 11311 0,'0'-25'32,"25"25"-17,-25-25 1,0 1-1,-25-1 17,1 25-32,-76 0 31,1 0-15,25 49-16,49-49 0,-25 0 31,26 0-31,-1 25 15,25 0 48,0 0-47,0 74-1,-75 25 1,51 25-1,-1 24 17,25 1-32,-25 49 31,25-173-31,-50 148 16,50-148-16,-24 99 0,24 74 31,-25-25-16,25 26 1,25-150-16,-1 100 16,-24-125-16,0 1 0,25 99 15,-25 24 1,-25-24 0,1 0-1,-1 25 1,0-125-16,25 75 15,0-99-15,0 0 0,0 74 32,0 25-32,0 0 31,-25 0-15,-24 0-16,-1 25 31,50-124-31,0 124 15,0-124-15,0 99 16,0 0 0,0 0-1,-50 0 1,50-100-16,0 76 16,0-76-16,0 1 0,0 75 15,-25 24 1,25 0-1,0 0 17,-24 24-32,-1-48 31,25-76-31,0 51 16,0-50-16,0 24 0,0 26 31,0-26-16,0-24 1,0 0 15,-25-25-15,25-25 93,25 25-93,0-25 0,-1 25-1,1 0 1,25-25-1,49 25 1,25-24 0,99-26-1,1 0 1</inkml:trace>
  <inkml:trace contextRef="#ctx0" brushRef="#br0" timeOffset="190577.6175">10740 11460 0,'0'-25'16,"-49"25"0,24 0-16,-25 0 31,26 25-16,48-25 17,-24 25-32,100-25 15,73 0 1,-123 0-16,123 0 16,-123 0-16,25 0 0,73 0 15,26 0 1,-75 0-1,-24 0 17,-26 0-32,-24 0 31,-25 24 16,0 1-16,-25-25-31,25 25 0,0 0 16,-25 0-1,1 49 1,-1 50 0,0 25-1,25 49 1,0-123-16,25 74 15,-25-100-15,0 26 0,0 24 32,0-50-32,-50 175 0,50-175 15,-74 150 1,24 74 0,-24 24-16,24-24 31,25-223-31,1 123 15,-1-49-15,0 25 16,0 99 0,25-25-1,0-24 1,25-150-16,-25 75 16,0-99-16,0 25 0,0 24 15,0-49-15,-50 74 16,50-74-1,-49 50-15,-1 24 32,50 0-32,0 25 31,0-99-31,0 49 16,0-49-16,0 0 0,0 49 0,-25 1 31,25-51-16,-49 26 1,24 0 0,25-25-16,0-1 15,0 26-15,0-25 16,-25 49 0,25-24-1,-25-1 1,25-24-16,-25 0 15,1-25-15,-1 25 32,-25 24-32,1-24 31,24 25-15,0-25-16,0-25 46,-24-25-30,-26 25 0,26 0-1,24 0 1,0 0 0,0 0-16,0 0 15,1 0-15,-1 0 0,-74 0 16,-75-25-1,-25-74 1</inkml:trace>
  <inkml:trace contextRef="#ctx0" brushRef="#br0" timeOffset="192107.6039">16049 12402 0,'0'0'16,"-25"0"-16,0 0 0,0 0 16,0 0-1,1 0 1,73 0 62,-24 0-62,0 0-16,0 0 0,99 0 31,-75 0-31,26 0 15,-51 0-15,1 0 0,75 0 16,24 0 0,-50 0-1,-24 0 1,-1 0 0,-24 0-1,0 0 1,0 0-1,-1 0 17,-24-24-32,25-1 15</inkml:trace>
  <inkml:trace contextRef="#ctx0" brushRef="#br0" timeOffset="192387.585">16892 12278 0,'0'0'0,"0"25"0,-25-25 0,50 0 47,0 0-47,-25 25 31,25-25-31,-25 25 32,0 0-32,0 24 31,-75 26-15,-74-26-16</inkml:trace>
  <inkml:trace contextRef="#ctx0" brushRef="#br0" timeOffset="217336.0518">2431 11733 0,'0'-25'16,"25"50"156,-25-1-157,0 1-15,24 74 16,-48 25-1,-26 25 1,25-124-16,-24 25 16</inkml:trace>
  <inkml:trace contextRef="#ctx0" brushRef="#br0" timeOffset="218335.9758">3845 11733 0,'-25'0'16,"25"24"78,0 1-79,0 0-15,-25 99 16,0-25-1,25 0 1,0-74-16,0 0 16</inkml:trace>
  <inkml:trace contextRef="#ctx0" brushRef="#br0" timeOffset="218835.9613">5184 11807 0,'0'0'15,"0"-25"-15,0 50 16,0 0 0,0 49-1,0 1 1,0 24-1,0 0 1,0-49 0</inkml:trace>
  <inkml:trace contextRef="#ctx0" brushRef="#br0" timeOffset="219225.9241">6449 11857 0,'0'0'0,"0"24"32,0 1-32,25 0 0,-25 25 31,0-26-31,0 1 0,0 74 15,0-24 1,25-25 0,-25-26-16</inkml:trace>
  <inkml:trace contextRef="#ctx0" brushRef="#br0" timeOffset="219585.9776">7789 11931 0,'24'0'31,"-24"25"-31,0 0 16,0-1-16,0 51 15,0-50-15,-24 49 16,24-49-16,0 0 15,0 0-15,0-1 0,0 26 16,0-25-16</inkml:trace>
  <inkml:trace contextRef="#ctx0" brushRef="#br0" timeOffset="220055.8761">9153 12005 0,'-25'0'16,"0"0"0,25 25-16,-24 25 15,24 49 1,0-24 0,24-1-1,-24-49-15,25 24 16,-25-24-1</inkml:trace>
  <inkml:trace contextRef="#ctx0" brushRef="#br0" timeOffset="220425.8532">10418 12055 0,'0'0'0,"25"0"0,-25-25 16,25 25 0,-1 25-1,-24 0-15,25 49 32,-25-49-32,0 74 0,-99 75 31,74-149-31</inkml:trace>
  <inkml:trace contextRef="#ctx0" brushRef="#br0" timeOffset="222005.8371">3944 12601 0,'25'0'16,"-50"0"46,25 25-46,-25-25-16,0 0 16,-49 74-1,74-49-15,-50 24 16,26-49-16,24 25 0,-25 25 16,-25 24-1,50 1 1,0-51-1,25 1 1,49-25 0,-49-25-16,25 1 15,-50-1-15,25 25 0,24-50 32,-24-24-32,-25-1 31,-25 51-16,0-1 1,1 0-16,-1 25 16,0 0-16,-25 25 15,26 24 1,24-24-16</inkml:trace>
  <inkml:trace contextRef="#ctx0" brushRef="#br0" timeOffset="223075.6965">5259 12973 0,'0'0'0,"0"-25"16,0 0-16,0 0 15,0 1 1,0-1-1,24 25 1,-24-25 0,0 0-1,0 0 17,-24 25-1,-1 0-16,-25 0 1,-24 25 0,49 0-16,-25 0 15,50 0-15,-24 24 32,24 26-32,24-1 31,76-24-16,-1-26 1,-74-24-16,49-24 16,-74-1-16,25 0 0,0-49 15,-25-26 1,-25 26 0,0 24-1,0 50-15,0 0 16,1 25-16,-1-25 15,0 50-15,0-25 0,0 49 16</inkml:trace>
  <inkml:trace contextRef="#ctx0" brushRef="#br0" timeOffset="224225.6308">4018 13816 0,'0'-25'31,"-24"25"-31,-1 0 15,25-24 1,-25 24-16,0 24 16,0 26-1,-49 24 1,49 26 0,0-1-1,25-25 1,25-74-16,25 25 15,-25 0-15,-1-25 0,51 0 16,-1-75 0,-49-24-1,0 0 17,-50 49-32,25 26 0,-25-1 31,0 0-31,1 25 0,-1 0 31,25 50-15,25-1-16</inkml:trace>
  <inkml:trace contextRef="#ctx0" brushRef="#br0" timeOffset="224775.5966">5383 14114 0,'-25'-25'0,"0"25"16,25-25-16,-25 25 16,-24-25-1,24 25 1,0 0-1,0 25 1,0 50 0,25-26-1,50 26 17,0-51-32,-1-24 0,1 0 31,-50-24-31,25 24 0,-25-75 15,0 1 1,-50-1 0,-24 26-1,24 49 1,25 25 0,25-1-16,0 26 15</inkml:trace>
  <inkml:trace contextRef="#ctx0" brushRef="#br0" timeOffset="225885.6054">5581 15329 0,'0'-25'16,"0"1"-1,25 24 1,-50 0 15,0 0-15,0 24 0,-24 1-16,-1 0 31,50 0-31,-25 25 15,25-26-15,0 1 16,25 25 0,25-25-1,-1-1 1,-24-24-16,0 0 16,0 0-16,0-24 15,-25-1-15,0-25 16,-25-24-1,0 24 1,25 25 0,0 0-1,25 50 17,0 0-32</inkml:trace>
  <inkml:trace contextRef="#ctx0" brushRef="#br0" timeOffset="226925.469">6648 14114 0,'0'0'0,"0"-25"0,0 0 15,24 0-15,-48 25 125,-1 0-125,0 0 0,-74 25 32,24 25-17,1 24 1,74-49-16,0 0 16,50 0-16,-26-25 15,51 24-15,49-24 16,0-49-1,-25-26 1,-74 1 0,-25 49-16,-25-24 15,-25 49-15,1-25 32,-1 50-32,25 24 31,25 1-31</inkml:trace>
  <inkml:trace contextRef="#ctx0" brushRef="#br0" timeOffset="228385.4576">7417 15354 0,'0'25'31,"0"-50"0,-50 25 47,25 0-46,0 0-32,1 0 15,-1 0 1,-25 25-1,50 25-15,-25-1 32,25 26-17,-24 24 1,24-50 0,49-49-1,1-24 1,-25-26-1,-1-24 1,1 24 0,-25 25-16,0 0 15,-25 1-15,1 24 16,-1-25 0,-50 0-16</inkml:trace>
  <inkml:trace contextRef="#ctx0" brushRef="#br0" timeOffset="229385.3985">7739 14312 0,'0'0'0,"0"-25"47,0 1-32,25 24-15,-25-25 16,25 25-1,-25-25 32,-50 25-15,25 0-1,-24 25-16,-1 24-15,50-24 32,25 0-17,0-25 1,24 0-16,1 25 16,-1-25-16,1-25 15,-25 0-15,49-49 16,-49 24-1,-25 1 1,-50 24 0,1 25-16,-26 25 15,26-25-15,24 24 0,-74 26 32,24 0-32</inkml:trace>
  <inkml:trace contextRef="#ctx0" brushRef="#br0" timeOffset="230245.348">8409 15453 0,'0'0'0,"0"-24"16,-25 24-1,0 0 48,0 24-48,1-24-15,-1 25 0,0-25 0,-49 50 16,74-25-16,-25 24 16,25 1-1,49-25 17,51-25-32,-76 0 0,26-50 31,-50 0-31,25 1 15,-75-26-15,-74 51 32,50 24-17,74 24 1</inkml:trace>
  <inkml:trace contextRef="#ctx0" brushRef="#br0" timeOffset="230925.2351">9277 14337 0,'0'-25'0,"25"25"0,-25-25 16,25 25 0,-1-24-16,1-1 31,-25 0-16,-25 25-15,-24 0 32,-1 25-17,1 24 1,24-24-16,25 25 16,0-25-16,49 0 15,51-25 1,-26-25-1,-24-50 1,-50-24 0,0 49-1,-25 50-15,-25-24 32,25 48-32,1-24 0,-1 100 31,0-51-31</inkml:trace>
  <inkml:trace contextRef="#ctx0" brushRef="#br0" timeOffset="231825.1792">9153 16073 0,'0'0'0,"-25"0"0,50 0 63,-25-24-63,0-1 16,-25 25-1,0 0 16,25 25-15,0-1 0,0 26-1,0 0 17,25-26-32,0 1 31,0-25-16,0 0-15,24-25 0,-49 1 16,50-1 0,-50-50-1,0 1 1,0 24 0,0 26-16,-50-1 15,1 25-15,24 0 16,-50 25-1,75-1 1</inkml:trace>
  <inkml:trace contextRef="#ctx0" brushRef="#br0" timeOffset="232635.133">9351 15205 0,'0'0'0,"0"-25"63,-24 25-63,-1 0 0,0 0 31,-25 0-16,-24 50-15,49 0 32,0-26-32,25 26 15,0 0-15,0-1 16,50-24 0,49 0-1,-24-50 1,-51-49-1,-24 49-15,0-25 16,0 25-16,-49 1 16,-26-1-1,26 25 17,24 25-32</inkml:trace>
  <inkml:trace contextRef="#ctx0" brushRef="#br0" timeOffset="233805.142">2480 12898 0,'0'0'0,"0"-24"16,-24 24-1,24-25 1,0 0-16,0 0 15,-25 25 1,25-25 0,-25 25-1,25 25 17,0 0-32,-25 25 15,25-26-15,-25 100 16,25-99-1,0 0-15</inkml:trace>
  <inkml:trace contextRef="#ctx0" brushRef="#br0" timeOffset="234375.0288">2505 13767 0,'0'0'0,"0"-25"16,0 50 30,0-1-46,0 76 16,-74-1 0,24 0-1,50-74-15,-25 0 0</inkml:trace>
  <inkml:trace contextRef="#ctx0" brushRef="#br0" timeOffset="235055.0642">2332 14759 0,'0'-25'15,"24"25"48,-24 25-63,0 0 15,0 24-15,0-24 16,0 0-16,-24 49 16,-1 25-1,25-49 1,0-25-1</inkml:trace>
  <inkml:trace contextRef="#ctx0" brushRef="#br0" timeOffset="235754.947">2530 15850 0,'-25'0'0,"25"25"47,0 25-31,0 49-1,0 50-15,0-25 32,0 25-17,0-1 1,0-123-16</inkml:trace>
  <inkml:trace contextRef="#ctx0" brushRef="#br0" timeOffset="236724.8901">3870 15007 0,'-25'0'0,"25"25"0,0-1 47,25 1-16,-25 0-15,0 0-1,0 24-15,-25 51 32,-25-1-32</inkml:trace>
  <inkml:trace contextRef="#ctx0" brushRef="#br0" timeOffset="237154.9448">3795 16247 0,'-25'0'15,"25"25"-15,0 0 16,0 24 0,-24 51-1,24-26 17,0-49-32</inkml:trace>
  <inkml:trace contextRef="#ctx0" brushRef="#br0" timeOffset="238124.8143">6548 12973 0,'0'0'0,"0"-25"32,0 0-1,0 0-31,25 25 15,-25-24-15,0-1 32,0 50 46,-25-1-78,1 1 15,-1 25 1,25-25-16,-25 74 16,25-74-1,-25 74-15,25-25 16</inkml:trace>
  <inkml:trace contextRef="#ctx0" brushRef="#br0" timeOffset="239874.7052">6499 15726 0,'0'-25'93,"0"1"-77,0-1 15,0 0-15,0 0 109,0 0-125,0 1 31,25 24-15,-25 24 77,0 1-77,0 0-16,0 0 0,0 49 16,0-24-1,0-25-15,0-1 32,24-24-32</inkml:trace>
  <inkml:trace contextRef="#ctx0" brushRef="#br0" timeOffset="240454.7461">5680 16247 0,'0'0'0,"-25"0"15,25 25 32,0 0-31,0-1 0,0 26-16,0 49 31,0-24-16,0-26-15,0-24 0</inkml:trace>
  <inkml:trace contextRef="#ctx0" brushRef="#br0" timeOffset="240734.7286">6623 16446 0,'0'0'0,"-25"0"31,25 24-15,0 1-16,-25 25 15,25-25-15,0-1 0,0 26 32,0-25-17</inkml:trace>
  <inkml:trace contextRef="#ctx0" brushRef="#br0" timeOffset="241604.6772">8037 13097 0,'0'-25'16,"-25"25"-16,25-25 15,0 0 1,0 1 15,0-1-15,0 0 0,-25 25 15,25-25-16,0 0-15,-25 25 94,25 25-78,0 0-16,-49 49 15,49-49-15,0 50 16,0-51-16,0 1 0,0 50 16,0-26-1</inkml:trace>
  <inkml:trace contextRef="#ctx0" brushRef="#br0" timeOffset="242284.5731">7590 16073 0,'0'0'0,"-25"0"46,25 25-30,-24 0 0,-1 49-1,25 1 1,-25-1 0,25-24-1,0-25-15</inkml:trace>
  <inkml:trace contextRef="#ctx0" brushRef="#br0" timeOffset="243174.5146">8880 13246 0,'0'0'16,"25"0"-16,-25-25 0,0 0 16,25 0-1,-50 25 32,0 0-47,0-25 16,0 50 15,25 25-15,-49 99-16,24 24 31,25-148-31,0 99 15,-25-99-15</inkml:trace>
  <inkml:trace contextRef="#ctx0" brushRef="#br0" timeOffset="243804.5483">8483 14436 0,'-25'0'0,"25"-24"16,-24 24 0,24 24 31,0 1-47,0 25 15,0-1-15,0 100 16,-25-99-16,25 74 15</inkml:trace>
  <inkml:trace contextRef="#ctx0" brushRef="#br0" timeOffset="244384.5125">8285 16073 0,'25'25'16,"-25"0"15,-25-25-31,0 50 15,-25 49 1,26 0 0,24-24-1,0-26 17,0-24-32</inkml:trace>
  <inkml:trace contextRef="#ctx0" brushRef="#br0" timeOffset="245074.3974">9723 13146 0,'0'0'0,"-24"0"15</inkml:trace>
  <inkml:trace contextRef="#ctx0" brushRef="#br0" timeOffset="245584.4416">10120 13146 0,'0'0'16,"25"25"-16,0-25 16,0 0-1,-50 25 48,0 0-63,0 49 15,25-49-15,-24 50 16,24-51-16,0 1 0,0 74 16</inkml:trace>
  <inkml:trace contextRef="#ctx0" brushRef="#br0" timeOffset="250884.0952">10716 12055 0,'0'25'0,"0"0"16,0-1 15,-25-24 94,0 0-125,25-24 31,0-1-31,0 0 16,0-25-1,25 26-15,0-26 32,-1 50-32,-24-25 0,25-24 0,0 49 0,25-75 15,-26 50-15,26 1 31,0-26-31,49 0 32,0-24-17,-74 74-15,49-50 16,-49 26-16,50-1 16,24-25-1,0 1 1,-25 24-1,-24 0 1,-50 0-16,50 25 16,-26 0-16,1-25 15,50 1-15,-1-1 32,0-25-32,1 25 15,-26 0 16,-24 25-31,0-24 0,0 24 0,-25-25 16,25 25 0,24-25-1,-24 0 1,25 0 0,-25 1-1,-1 24 1,1 0 46,-25-25-30,-25 25-32</inkml:trace>
  <inkml:trace contextRef="#ctx0" brushRef="#br0" timeOffset="251284.0295">12303 10864 0,'0'0'0,"-25"0"0,1 0 0,-1-24 15,-25 24 1,50 24-1,0 1-15,0 0 16,25-25 0,-25 25-16,25-25 0,49 25 15,-49-25-15,25 24 32,-1 1-32,1-25 15,-50 25 16,0 0-31,0 0 0,-50 49 32,25-74-32,-24 50 15,-1 24 1,25 1 0,1-26-1</inkml:trace>
  <inkml:trace contextRef="#ctx0" brushRef="#br0" timeOffset="251634.0847">12874 10914 0,'0'0'0,"0"-25"0,0 0 31,0 50-15,0 25-1,0 24 1,0 25-1,0-24 1,0-50-16,0 24 16,0-24-16,0 0 15,0 0-15</inkml:trace>
  <inkml:trace contextRef="#ctx0" brushRef="#br0" timeOffset="251884.0132">12898 10988 0,'0'0'0,"0"-24"0,-24-1 0,24-25 16,0 1 0,0 24-1,0 0 1,74-25-1,25 26 1,-24-1 0,-26 25-1,1 0 17,-50 25-32</inkml:trace>
  <inkml:trace contextRef="#ctx0" brushRef="#br0" timeOffset="252103.9817">12849 11137 0,'0'0'0,"-25"0"0,0 0 15,50 0 1,74-25-1,25 1 1,-99 24-16,49-25 16,-49 25-16,-25-25 15,25 25-15</inkml:trace>
  <inkml:trace contextRef="#ctx0" brushRef="#br0" timeOffset="252534.0337">13444 11063 0,'0'0'16,"0"-25"-16,-25 0 15,50 25 1,0 25-1,74 25 1,-74 24 0,-25 25-1,-50-24 17,50-50-32,-74 24 0,49-24 15,0-25-15,1 0 31,-1-50-31,25-49 32,49 0-17,-24 74-15,0-25 16,-25 26-16,25-1 16,-25 50-1</inkml:trace>
  <inkml:trace contextRef="#ctx0" brushRef="#br0" timeOffset="253014.0028">13667 11038 0,'0'0'0,"25"0"47,0 0-47,0 0 16,0 0-1,-1 0-15,1 50 16,-25-26-16,25 1 15,-25 25 1,0 0 0,-25-26-1,0-24 17,1 0-32,24-24 15,0-51 16,49 1-31,26 24 32,-26 25-17,-49 0-15,25 25 16,0 0-16</inkml:trace>
  <inkml:trace contextRef="#ctx0" brushRef="#br0" timeOffset="253883.8813">14238 11038 0,'0'0'0,"25"-25"15,-25 0 1,0 1 0,0-1 15,-25 74-15,-25-24-1,1 25-15,24-1 31,25 1-31,49-50 32,1 0-17,-25-50 1,0-24 0,-25 49-1,0 50 32,0 0-47,0 0 16,-25 49-1,25 25 17,0 1-32,0-26 15,-25 25 16,0-74-31,25 25 0,-25-26 16,25 1 0,-24-25-1,-1 0 1,0 0 0,0-25-1,0 25-15,25-24 16,-24 24-16,24-25 0,0-25 15,49-24 1,1 24 0,-1 1-1,-24-1 17,0 50-32,-25-25 0</inkml:trace>
  <inkml:trace contextRef="#ctx0" brushRef="#br0" timeOffset="254273.9042">14486 11038 0,'0'0'0,"0"-25"0,0 0 16,25 25 15,0 50-16,-1 24 1,-24-24 0,0-25-16,0 25 15,0-26 1,-24-24 15,24-24-15,0-1-1,0-25-15,0 25 0,49-49 32,-24 74-32,0-50 15,0 25 1,-1 25 0,1-24-1,0 24-15</inkml:trace>
  <inkml:trace contextRef="#ctx0" brushRef="#br0" timeOffset="254833.8964">15032 10914 0,'-25'0'16,"25"-25"-16,0 0 15,25 25 32,-25 25-16,24-25-31,-24 50 32,25-1-32,-25 1 15,0 0 16,-49-26-31,-26 1 32,26-25-17,24-49 1,0-1 0,50-24-1,24 49 1,-24 0-16,0 25 15,0 0-15,0 0 16,24 0 0</inkml:trace>
  <inkml:trace contextRef="#ctx0" brushRef="#br0" timeOffset="255283.7936">15156 10889 0,'0'-25'31,"0"50"0,0 0-31,0 0 0,0 0 16,24 24-1,-24 1 1,50-50 0,0-25-1,-26-25 17,-24 1-32,25 24 15,-25 0 16,0 50-15,0 0 0,0 49-1,25-24 1,25-1 0,-25-24-1,-1-25 1</inkml:trace>
  <inkml:trace contextRef="#ctx0" brushRef="#br0" timeOffset="256273.7967">15528 10840 0,'-25'0'0,"25"-25"31,25 25 0,-25 25-31,49 49 16,-49 0-1,-24-24 1,24-25-16,-25-25 16,25 25-1,0-50 1,49 0 0,1-25-16,24 1 15,-24 24 16,-25 50-31,-25 0 0,0 49 32,0-49-32,0 0 15,25-1 1,24-24 0</inkml:trace>
  <inkml:trace contextRef="#ctx0" brushRef="#br0" timeOffset="256603.7199">16024 10914 0,'0'0'0,"0"-50"16,-25 50 0,0 25-1,-49 0-15,49 74 32,0-99-32,25 25 0,0 0 0,25-25 31,0 0-16,24-75-15,-24-24 32,0 0-17,-25 74-15,25-49 16,-25 49-16,0 50 31,-25 0-15,-25 99-1,1 74 1,49-148-16,-25 74 16,25-75-16,0 1 15,25 49-15</inkml:trace>
  <inkml:trace contextRef="#ctx0" brushRef="#br0" timeOffset="258773.5918">12328 14139 0,'-25'0'31,"0"0"-15,1 0-1,24 24-15,-25-24 32,0 0-17,-25 25-15,-24-25 31,49 25-31,-49-25 0,49 0 0,0 0 16,-74 0 0,0 25-1,-25-25 1,24 0 0,-24 25-1,75-25-15,-26 0 16,26 24-16,24-24 0,-50 0 15,-49 0 1,50 25 0,-25 0-1,24-25 17,51 0-32,-51 0 0,50 0 0,1 0 15,-51 25-15,1-25 31,24 0-31,-24 0 32,49 0-17,0 0 1,0 0-16,1 0 16,-1 0-16,0 0 15,-25 0 1,26 0-1,-1 0 1,0 0 0,-25 0-1,1 0 17,-26 0-32,50 0 15,-24 0 16,49-50 48,25 25-79</inkml:trace>
  <inkml:trace contextRef="#ctx0" brushRef="#br0" timeOffset="259233.6352">10071 14089 0,'0'-25'16,"-25"50"31,0 0-47,25 0 31,-25-1-31,-24 26 16,-1 0-1,-24-1 1,49-24-1,0 0 1,75 0 62,-50 0-78,24-25 0,-24 24 0,75 1 31,-26 0-31,26 0 0,-25-25 0,-26 25 16,26-25 0,24 24-1,1 1 1</inkml:trace>
  <inkml:trace contextRef="#ctx0" brushRef="#br0" timeOffset="260003.5958">12700 13915 0,'0'0'15,"25"0"1,-25 25 78,0 0-94,-25 0 15,25 0-15,0 49 0,-50 50 31,26 0-31,-1-25 32,25 1-17,0-76 1</inkml:trace>
  <inkml:trace contextRef="#ctx0" brushRef="#br0" timeOffset="260523.5787">12774 14114 0,'0'0'0,"-24"-25"16,-1 0-16,25 0 0,-25 1 15,25-26 16,50 25-31,-50 0 0,74 25 32,-74-24-32,74 24 15,-49 24 1,-25 26 0,-49 49-1,49-74-15,-75 25 16,75-26-16,-25 1 0,1 25 15,-1-25 1,50-25 15,-1 0-31,1 0 32,0 0-32,0 24 0,-25 26 15,0-25-15,0 0 31,-50 24-31,-49-24 32,25 0-17,-1-25 1,75-25 0,0 0-16,50-24 15,-50 24-15</inkml:trace>
  <inkml:trace contextRef="#ctx0" brushRef="#br0" timeOffset="260983.5324">13345 14213 0,'0'0'0,"-25"-25"0,0 0 32,-24 25-17,-26 25 1,26 74 0,49-49-1,24-25 1,51-25-1,-1-50 1,-49 1 0,0-1-1,-25 0 17,0 100-32,-25-25 15,25 0-15,-25 49 31,25-49-31,25 0 0,0 24 32,25-49-17,-26 0-15,1 0 16</inkml:trace>
  <inkml:trace contextRef="#ctx0" brushRef="#br0" timeOffset="261223.5297">13767 14163 0,'0'0'15,"-25"0"-15,0 0 0,-25 0 0,-24 25 32,49 25-32,25 24 15,75-24 16,24-50-31,-25 0 32,-24-25-17</inkml:trace>
  <inkml:trace contextRef="#ctx0" brushRef="#br0" timeOffset="261433.5056">14064 13990 0,'0'0'0,"25"0"0,-25-25 15,0 50 1,-25 0 0,-24 49-1,24 25 17,0 0-32,25-74 0,0 25 15,0-25-15,0 0 16</inkml:trace>
  <inkml:trace contextRef="#ctx0" brushRef="#br0" timeOffset="261803.4849">14536 14039 0,'0'0'0,"-50"-24"0,25 24 15,0 0-15,-24-25 16,24 25-16,-25 0 16,25 25-16,1-25 15,24 24-15,-25-24 0,0 50 32,0-25-32,25 0 15,-25-25-15,25 24 63,25 1-48,0 0 1,25 25 0,24-1-1,-49-24 1,0-25-16,0 0 15</inkml:trace>
  <inkml:trace contextRef="#ctx0" brushRef="#br0" timeOffset="262553.4394">14536 14163 0,'24'0'0,"-24"-24"16,0-1 31,25 25-47,-25-25 62,0 0-46,-25 50 46,1-25-62,-1 50 16,0-50-1,25 24-15,-25 1 0,25 0 0,0 0 32,25-25-32,0 0 15,0-25 1,-1-49 0,1 49-1,0 0 1,-25 50-1,0 49 1,-25 50 0,-49 25-1,-1 0 17,75-99-32,-74 49 0,49-50 0,0-24 15,0 25-15,1-50 0,-1 49 31,25-73-15,0-1 0,0-50-1,25-24 1,-25 74-16,74-49 16,-49 24-16,49-24 15,26-25 1,-51 74-16</inkml:trace>
  <inkml:trace contextRef="#ctx0" brushRef="#br0" timeOffset="262933.4172">14908 14163 0,'0'0'0,"-25"-24"15,25-1-15,0 50 47,0-1-47,0 26 16,0 49 0,0-49-1,0 0 1,0-75 15,25 25-31,-1-75 16,26 26-1,0-26 17,-1 26-32,-24 49 15,0 0 16</inkml:trace>
  <inkml:trace contextRef="#ctx0" brushRef="#br0" timeOffset="263183.4034">15230 14139 0,'25'0'16,"0"0"0,-1 0-1,-24 49 1,-24 26-1,-26-26 1,25-49-16,-24 25 16,24-25-1,0 0-15,-25 0 32,50-50-32,50 26 15,0-26 16,-1 0-31,-24 26 0</inkml:trace>
  <inkml:trace contextRef="#ctx0" brushRef="#br0" timeOffset="263543.3343">15503 14064 0,'0'0'0,"-25"0"16,0 0-16,1 0 15,-26 50 1,50 24 0,0-24-1,25-25 17,0-25-32,24-25 15,1-25 16,-50 1-31,25 49 32,-25 24-17,0 26 1,0-25-16,-25 24 16,25-24-16,0 0 0,0 0 15</inkml:trace>
  <inkml:trace contextRef="#ctx0" brushRef="#br0" timeOffset="264183.3432">15726 14163 0,'0'-24'16,"0"48"15,0 1-31,-25 0 31,25 25-31,-24-26 0,-1 1 0,0-25 16,0 25 0,75-25 15,-50-25-31,74-24 16,-24-1-1,-1 50 1,-49 25-1,25 0-15,-25 24 16,25-49-16,0 0 31,0 0-31,49-25 32,-24-24-32,-26 24 0,-24 0 15,-24 25 16,-1 25-31,-25 0 32,50 24-17,-25-49 1,75 0 0,-50-24-16,50-26 15,-26 50-15,26-50 16,0-49-1,-1 50 1,-49 24 0,-25 50-1,-49 74 17,24 0-32,1 25 15,24 25 16,50 25-31</inkml:trace>
  <inkml:trace contextRef="#ctx0" brushRef="#br0" timeOffset="264673.3147">13097 15156 0,'-25'0'0,"25"24"15,-50 26 1,26 0 0,-1-26-16,0 26 15,25 0-15,-25-1 32,25 26-32,0-50 15</inkml:trace>
  <inkml:trace contextRef="#ctx0" brushRef="#br0" timeOffset="265073.2903">13022 15453 0,'0'-24'15,"0"48"-15,0-148 16,0 99-16,25-74 16,74 0-1,1 74 1,-75 25-16,24 0 15,-24 25-15,0 0 16,-25 24 0,-25 1-1,-25 24 17,26-24-32,-1-50 0,25 25 15,0 0-15,0 0 16,0-1-1,0 1 1,0 0 0,0 25-1,-50-26 1,0-24 0,26 0-16,-51 0 15,50 0-15,-24 0 16,24-49-1,50-26 1</inkml:trace>
  <inkml:trace contextRef="#ctx0" brushRef="#br0" timeOffset="265323.2738">13543 15180 0,'0'0'0,"25"-24"0,0 24 16,-25-25 0,25 0-1,-25 75 1,0 24 0,-50 25-1,25 1 1,25-76-16,0 26 15,0-25-15,0 0 16</inkml:trace>
  <inkml:trace contextRef="#ctx0" brushRef="#br0" timeOffset="265673.2569">13965 15404 0,'0'0'0,"-25"0"15,25-25-15,-49 25 0,-1 0 32,0 50-17,50-1 1,0-24 0,25-25-16,25 25 15,-25-25-15,-25-25 16,49-25-1,-24 26 1,-25-1 0,0 50-1,0 24 17,0 1-32,0-25 15,50-25 1</inkml:trace>
  <inkml:trace contextRef="#ctx0" brushRef="#br0" timeOffset="265873.2433">14412 15404 0,'0'0'0,"-50"0"16,0 0-16,1 25 15,-26 24 1,50-24-16,1 0 15,24 24 1,24-49-16,51 50 16,-50-50-1,24 0 1</inkml:trace>
  <inkml:trace contextRef="#ctx0" brushRef="#br0" timeOffset="266063.2321">14560 15354 0,'0'0'16,"25"-25"-16,-25 0 0,0 1 16,0 48-1,0 26 1,0-25-16,-25 25 16,25-1-16,-24 26 15,-1-26 1</inkml:trace>
  <inkml:trace contextRef="#ctx0" brushRef="#br0" timeOffset="266323.2194">14908 15478 0,'0'0'0,"24"-25"0,-24 1 0,0-1 15,-24 25-15,-51 0 31,-24 49-31,74-49 0,-24 50 32,24-50-32,0 25 0,0 0 15,-24-1 1,49 26 0,74-25-1,124-25 1,-148 0-16,124 0 15,-125 0-15,1 0 0,24 0 16</inkml:trace>
  <inkml:trace contextRef="#ctx0" brushRef="#br0" timeOffset="303771.0044">5035 17562 0,'0'-25'0,"-24"25"31,24 25 16,24 0-32,-24-1-15,0 1 0,25 50 16,-25 49 15,0-25-31,0-74 0,-25 74 32,25-74-32,0 24 15</inkml:trace>
  <inkml:trace contextRef="#ctx0" brushRef="#br0" timeOffset="304350.973">4936 17785 0,'0'0'0,"0"-25"0,0 0 0,0-24 16,25 24-16,49-74 31,-49 99-31,50-75 0,-26 50 32,1 25-17,-25 50 1,-25 25-1,0-51-15,-50 100 16,25-99-16,-24 74 16,-1-24-1,50-50 1,25-25 15,0-25-31,49-25 31,0 50-31,-24 0 16,-50 50 15,0 24-31,-25-74 0,0 50 32,-24-1-32,-1 1 15,-24 24 1,-1-49-1,26 0 1,24-25 0,0 0-16</inkml:trace>
  <inkml:trace contextRef="#ctx0" brushRef="#br0" timeOffset="304630.9548">5655 17661 0,'0'0'0,"-24"0"31,24 25-16,0 49 1,24 1 0,-24-26-1,0 1 1,0-25 0</inkml:trace>
  <inkml:trace contextRef="#ctx0" brushRef="#br0" timeOffset="304850.8651">5631 17487 0,'0'0'0,"-25"0"0,25 25 47</inkml:trace>
  <inkml:trace contextRef="#ctx0" brushRef="#br0" timeOffset="305450.9058">6176 17562 0,'0'0'0,"-24"0"16,24-25-16,0 0 15,0 0-15,0 0 31,24 25-31,-24 50 0,50 49 16,-25 25 15,-25-99-31,0 50 0,0-51 16,-25 1-16,25 0 16,-25 0-1,25-50 1,50-99-1,24 25 1,-24 24 0,-25 75-16,-1 0 15,1 0-15,-25 25 16,25 50 0,-25 24-1,0 0 16,-25-25-31,25-49 16</inkml:trace>
  <inkml:trace contextRef="#ctx0" brushRef="#br0" timeOffset="305950.876">7020 17611 0,'0'0'15,"-25"0"-15,0 0 0,0 0 0,1 0 0,-51 25 31,50 0-31,-24 25 0,49 49 16,24-50 15,26-24-31,-25-25 0,25 0 32,-1-49-32,-49 24 15,25-25 1,-25 1-1,-25 24 1,0 25 0,25 25-1,25-1-15,0 51 16,0-50-16,0 49 16,24 0-1,-24-49 16,0 0-31</inkml:trace>
  <inkml:trace contextRef="#ctx0" brushRef="#br0" timeOffset="306260.8578">7293 17686 0,'0'0'0,"-25"0"16,25 25 15,25-25-31,-1 49 16,51 1-1,-75 24 1,-25-24 0,0-25-1,0-25-15,1 0 31,24-25-31,0 0 0,24-74 16,26 49 15,0 1-31,-26 49 0,1-25 32,0 0-32</inkml:trace>
  <inkml:trace contextRef="#ctx0" brushRef="#br0" timeOffset="306630.8408">7739 17636 0,'0'0'0,"-25"0"0,25 50 16,-25-1 0,50 1-1,25-25 16,24-25-31,-24-50 16,-50 1 15,0 24-31,0 50 32,0-1-17,0 1 1,0 0-16,0 49 15,-25-74-15,25 25 0,0 74 16,-74 1 0,-1 24-1,1-50 1,49-74-16</inkml:trace>
  <inkml:trace contextRef="#ctx0" brushRef="#br0" timeOffset="307000.8148">8657 17338 0,'-25'0'0,"25"25"31,0 0-15,0 0-1,0 49-15,0-49 16,-25 50-16,0-26 0,25 26 31,-24 24-31</inkml:trace>
  <inkml:trace contextRef="#ctx0" brushRef="#br0" timeOffset="307220.8008">8582 17462 0,'0'0'0,"-24"0"0,-1-24 16,25-1-1,74-25 16,50 25-31,-49 1 16,-51 48 0</inkml:trace>
  <inkml:trace contextRef="#ctx0" brushRef="#br0" timeOffset="307430.7922">8558 17909 0,'-25'0'0,"25"-25"15,25 0 1,24 1-16,1-1 16,49-25-1,-25 25 16,-49 1-31</inkml:trace>
  <inkml:trace contextRef="#ctx0" brushRef="#br0" timeOffset="308200.7446">9004 17587 0,'0'0'16,"0"24"15,0 1-31,25 0 15,0-25-15,-25 50 16,0-26-16,0 1 16,-25 25-1,0-50 1,25-25 0,25-25-1,-25 26-15,74-51 31,-49 75-31,25-25 0,-25 25 16,24 50 15,-24 0-31,-25-26 16,0 26 0,0-25-16,0 0 15,-25-1 1,25-48 15,0-1 94,0 0-94,0 0-31,0 0 16,25 25 0,25-49-1,-1 24 1,-24 25-16,0-25 15,0 0-15,-1 25 16,1 0 0,-25 75-1,-25 24 1,25 0 0,0-74-1,0 25-15,25-50 0,-25 24 0,25-24 31,0 0-31,0 0 16</inkml:trace>
  <inkml:trace contextRef="#ctx0" brushRef="#br0" timeOffset="308770.7092">9872 17661 0,'0'0'0,"-25"0"0,1 0 16,-51 0-16,26 25 16,24 24-1,50 1 1,24-25 0,1-25-1,-25-50 16,-25 1-31,0-1 16,0 25 15,0 50-15,0 0 0,0 74-1,0 0 1,0-74-16,0 49 15,0-49-15,-25 25 0,0 24 16,0 50 0,-49-25-1,24-49 1,1-25 0,24-75-1,25-24 16,0-25-31,49-1 16,26 51 15,-26-1-31,1 25 32,-50 1-32,50 24 15</inkml:trace>
  <inkml:trace contextRef="#ctx0" brushRef="#br0" timeOffset="309100.6914">10170 17859 0,'0'0'16,"-25"0"-16,50 0 15,25-24 16,-26-26-31,1 0 16,-25 1 15,-25 49-31,-24 25 32,24 49-17,25-24 1,0-26-16,0 26 15,25-50-15,0 0 16,24 0-16,1-25 16,-25 25-16</inkml:trace>
  <inkml:trace contextRef="#ctx0" brushRef="#br0" timeOffset="309680.6555">10815 17512 0,'0'0'0,"0"-25"16,25 25-1,24 0-15,26 75 32,-51 24-17,-24-25 1,-24-49-16,-1 25 15,-25-50-15,25 25 0,-24-25 16,-26 0 0,51-50-1,24-49 1,49 0 0,-24 74-16,0-25 15,0 50-15,-1 0 16,1-25-1</inkml:trace>
  <inkml:trace contextRef="#ctx0" brushRef="#br0" timeOffset="309960.5676">11137 17537 0,'0'0'0,"25"0"16,0 25-16,0-25 0,0 25 15,-1 24 1,1 26-1,-25-26 1,-25-24 0,1-25-1,-1-25 1,74-49 0,1-1-1,24 26 16,1 24-31,-75 0 0,49 0 16,-24 25-16,-25-25 0</inkml:trace>
  <inkml:trace contextRef="#ctx0" brushRef="#br0" timeOffset="311450.5523">12278 17214 0,'25'0'47,"0"0"-1,-25 50 1,0-25-47,0 0 0,25-1 16,-25 26-16,25 74 16,-25 0-1,24-49 16,1-51-31</inkml:trace>
  <inkml:trace contextRef="#ctx0" brushRef="#br0" timeOffset="311950.5273">12353 17363 0,'0'0'0,"0"-25"0,0 1 0,0-1 16,0-50 0,0 51-1,49-1 1,51 0 0,-76 25-1,26 50-15,-25-26 0,0 51 31,-75 24-31,-24 25 16,-1-74 15,50-25-31,25-1 32,50-48-17,24-1 1,-24 25-1,0 49 1,-50 26 0,0-50-16,-25 24 15,0-24-15,-49 25 16,-1-1 0,-24-49-1,49 0 16,50-49-31,0 24 0,25-50 16</inkml:trace>
  <inkml:trace contextRef="#ctx0" brushRef="#br0" timeOffset="313030.4607">13047 17140 0,'0'-25'16,"-25"25"31,25 25-32,-24-25 1,24 25-16,-25 74 16,25-74-1,0 49-15,0-49 0,25 0 0,-1 24 31,1 1-31,0-25 16,-25 0 15,25-25-31,0-50 32,-1 50-32,1-74 15,-25 49 1,25 25-1,-25 25 1,0-1 0,0 1-16,25 25 15,0-25-15,-25 0 16,74-25 0,-24 0-1,24-50 16,-49-25-31,0 51 0,-25-51 16,0 50-16,0 1 0,0-26 31,0-24-31,-25 49 32,0 25-17,0 0 1</inkml:trace>
  <inkml:trace contextRef="#ctx0" brushRef="#br0" timeOffset="313590.3779">13965 17190 0,'-25'0'31,"25"-25"-31,0 0 31,25 25 0,0 0-15,-25 25 31,0 0-47,0-1 16,25 76-1,-25-1 1,0-74-16,24 24 15,-24-24-15,0 0 0,0 0 16</inkml:trace>
  <inkml:trace contextRef="#ctx0" brushRef="#br0" timeOffset="313800.3734">13940 17314 0,'0'0'0,"0"-25"0,0 0 0,0 0 31,50-24-31,-25 24 32,-1 0-32,26 25 15,-25 0-15,-25 25 16</inkml:trace>
  <inkml:trace contextRef="#ctx0" brushRef="#br0" timeOffset="313980.4014">13866 17636 0,'0'0'0,"-25"25"0,75-25 31,-26 0-31,26-25 16,-25 25-16,49-25 31,-49 25-31,0-49 0</inkml:trace>
  <inkml:trace contextRef="#ctx0" brushRef="#br0" timeOffset="314530.3689">14238 17388 0,'0'25'31,"25"-25"-31,-1 49 16,1 26 0,0-25-1,-50-26 16,0 1-31,25-50 16,0 1 15,50-51-31,-25 50 0,25 0 32,-26 25-32,1 25 15,-25 0 1,0 74-1,-25-49 1,1-25 0,-1-25-16,74-25 31,1-49-15,24 24-1,-24 25 16,-50 0-31,25 25 0,-25 25 16,25 0-16,-25 25 31,0 24-31,24-74 32,51 25-17,-1-25-15</inkml:trace>
  <inkml:trace contextRef="#ctx0" brushRef="#br0" timeOffset="315680.301">15106 17487 0,'0'0'0,"-25"0"16,-24 0-16,-1 0 16,50 25-1,-50 0-15,50 0 0,0 0 16,0-1-1,25 1-15,25 0 16,-1-25 15,1-50-31,-25 1 32,-25 24-32,25-25 15,-25 25-15,24 25 16,-24 25-1,0 0 1,0 25 0,0-25-16,0-1 15,0 1-15,25 0 16,25-25-16,-1 0 16,26 0-1,-25-50 16,-26 1-31,-24 24 0,0 0 16,0 0-16,-24 25 31,-26 25-31,0 0 32,50 25-17,0-26 1,25-24-16,0 0 15,0 0-15,0 0 0,-1-24 16,1-26 0,0-25-1,0 51 1,-25 48 15,0 26 0,-25 25-31,0-1 16,0 0 15,-24 1-31,49-50 16,-25 49 0,0-74-16,25 25 0,-50 0 15,1-1 1,-1-24-1,1 0 1,-1-24 0,50-51-1,0 50-15,50-49 16,-50 49-16,74 0 16,25 1-1,1-1 16,24 0-31,-100 25 16,76-25-16,-76 25 0,26 0 0,49 0 31,0-25-31,-74 1 32,-25-1-17,0 0 1,-25 25-1,1 25 1,-1 0 0,0 24-1,50 1 1,99-25 0,-99-25-1,99 0-15,-75 0 0,1 0 0,49-25 31,-24-25-31</inkml:trace>
  <inkml:trace contextRef="#ctx0" brushRef="#br0" timeOffset="316550.2497">12874 16892 0,'0'-25'16,"24"25"0,1 0-1,-25-25 1,25 25-16,-25-24 16,25 24 15,-25 24-16,0 1 1,0 0-16,0 25 0,-25 74 31,25-75-31,0 100 0,25 74 32,24 25-17,-24 0 1,-25-198-16,25 148 15</inkml:trace>
  <inkml:trace contextRef="#ctx0" brushRef="#br0" timeOffset="326869.6411">28922 5606 0,'0'25'47,"-25"-25"-16,25 24-31,0-48 219,0-1-110,0 50 1141,0-1-1234,0 1-1,-24 0-15,24 0 16,0 0 15,0-1-31,0 1 16,0 0-1,0 0-15,0 0 0,0 0 16,-25-1 0,25 1-16,0 0 0,0 0 0,0 0 0,0-1 15,0 1-15,0 0 0,0 0 16,0 0-16,0-1 0,0 1 0,0 0 15,0 0-15,0 0 16,0 49 0,0 0-1,0 1 1,0-1 0,0-24-1,0-25-15,-25-1 16,25 1-16,0 0 15,0 25 1,0-1 15,0 26-31,0-1 32,0-49-17,0 0-15,0 0 31,0-1-31,0 1 32,-25-25-1,50 0 47,-25-25-62,25 25-16,0 0 15,-1-24 1,1 24 0,0 0-1,0 0 1,49 0-1,1 0 1,-50 0-16,99 0 16,-100 0-16,51 0 15,24 0 1,-25 0 0,-24-50-1,-25 50-15,49 0 16,-49 0-16,0 0 0,49 0 15,-24 0 1,-25 0 15,24 0-31,26 0 32,-51 0-32,51 0 15,-26 0-15,-24 0 0,99 0 16,0 0-1,-24 0 1,-26-25 0,25 0-1,-74 25-15,99 0 16,-74 0-16,-1 0 0,100 25 16,0 0-1,-75-25 1,-49 0-1,0 0 1,0 0-16,0 0 31,-1 0-31,1 0 0,0-25 0,25 25 32,-1 0-17,-24 0 1,0 0-1,0 0-15,-1-25 16,1 25-16,0 0 16,0 0-1,0 0 1,-1 0 0,1 0-1,0 0 16,-25-24 48,0-1-48,0 0-31,0 0 15,0 0 1,0 0 0,0-24-1,0 24-15,0-25 16,0 26-16,0-26 16,0-24-1,0-1 1,0 1-1,0-25 1,0 74-16,25-50 31,-25 51-31,0-1 0,0-50 0,0 1 32,25 0-17,-25-1 1,0 25-1,0 26-15,0-26 16,0 25-16,0 0 16,0 1-1,0-1 1,0 0 15,-25 25 16,25-25-31,0 0 46,-25 25-46,0 0 15,0 0-15,25-24-1,-49 24 1,-1 0 0,1 0-1,-1 0 1,-24 0-1,24 0 1,25 0-16,-24 0 31,24 0-31,-25 0 0,1 24 32,-26-24-17,25 0 1,-24 0-1,24 0 1,-24 25 0,24-25-1,1 0 1,-1 0 0,-24 0-1,49 0-15,-49 0 16,49-25-16,0 25 0,-49 0 15,-1 0 1,26 0 15,24 0-31,-25 0 32,25 0-32,-24 0 15,24 0-15,0 0 16,0 0-16,-24 0 15,-1 0 1,50 25 0,-25-25-1,0 0 1,1 0-16,-1 0 16,0 0-1,0 0-15,0 0 16,1 0-1,-1 0 1,0 0-16,0 0 31,0 0-31,1 0 16,-1 0 0,0 0-1,0 0 1,0 0-1,-24 0 1,-1 0 0,25 0-1,-24 0 1,24 0 0,0 0-1,0 0-15,1 0 16,-1 0-1,0 0 1,0 0 0,0 0-1,1 0-15,-26 0 32,25 0-32,0 25 15,1-25-15,-1 0 16,0 0-16,0 0 15,0 0 1,0 0 0,1 25-1,-26-25 1</inkml:trace>
  <inkml:trace contextRef="#ctx0" brushRef="#br0" timeOffset="329019.5134">30683 5581 0,'0'0'0,"-24"0"16,-1 0-16,25-25 15,-25 25 157,25 25-140,0 0-17,-25 0-15,25 24 16,0 26-1,0-1 1,0 1 15,0-51-31,0 51 0,0-50 16,0 49 0,0 0-1,0 1 1,0-1-1,0-49-15,25 25 16,-25-26-16,0 1 16,0 25-1,0-25 1,0-1 0,0 26-1,0-25-15,0 0 16,0-1-16,0 1 15,0 25 1,0-25 15,0-1-31,0 1 32,0 0-32,0 0 15,0 0 1,0 0-1,0 24 1,0 1 0,0-1-1,0-24 1,-25-25-16,25 25 16,0 0-1,-25 0-15,25-1 16,0 1-1,0 0 1,-24 0 15,24-50 1,0 0-17</inkml:trace>
  <inkml:trace contextRef="#ctx0" brushRef="#br0" timeOffset="331889.2709">31527 7665 0,'0'0'0,"0"-25"16,25 25-16,-25-25 15,0 0-15,24 0 16,-24 1 0,25 24-16,-25-25 15,-25 25 1,25-25-1,-24 0 1,-1 25 15,-25 0-31,1 25 32,-26 25-17,1 24 1,24 0-1,25-24 1,25-25-16,0 24 16,0-24-16,0 0 15,25 0 1,50-25 0,-26 0-1,-24 0-15,25-25 16,-26 25-16,1-25 15,0 0 1,0 1 15,0-26-31,-25 0 32,0 1-17,0-1-15,0 25 31,-25 1-15,-50 24 0,-24 0-1,74 0-15,-24 24 16,49 1-16,-25-25 0,0 25 16</inkml:trace>
  <inkml:trace contextRef="#ctx0" brushRef="#br0" timeOffset="336519.0704">28972 5730 0,'0'-25'31,"25"25"0,-1 0-15,1 0 0,0 0-16,149-25 15,99 0-15,-1-24 31,-197 49-31,49-25 16,-99 25-16,-1 0 0,26 0 16,-75 0 15,0 0 0,-24 25-31,-50 0 16,74-25-16,-99 24 15,25-24 1,-25 25-16,-25 0 31,50-25-31,24 25 32,50-25-32,1 25 15,-1-25-15,25 24 16,49-24-1,75 0 1,100 0 0,48-24-1,-24-1 1,-198 25-16,74 0 16,-99 0-1,-50 0 1,0 0-16,-74 25 15,-99-25 1,148 0-16,-148 24 31,148-24-31,-24 0 0,-26 25 0,51-25 16,-75 25 0,99 0-16,0-25 15,50 0 16,25 0-15,-1 0-16,100 25 16,-25-25-16,74 0 15,50 25 1,-124-1 0,-99-24-1,-99 0 1,24 25-16,-99-25 15,1 25 1,-100 0-16,-50 24 31,149-24-31,124 0 32,50 0-17,25-25-15,24 25 0,25-25 16,25 24-1,100 1 1,24 0 0,-100 0-1,-123 0 1,-99 24 0,24-49-1,-123 75-15,98-75 0,-98 49 16,-100-24-1,99 25 1,149-50 15,75 24-31,99-24 0,-25 0 16,124 0 0,49 0-1,-73 0-15,-150 25 31,-124 0-15,26 0-16,-76 0 16,-24-1-16,-74 1 15,-75 0 1,75-25 0,148 25-1,75-25 1,74 0-1,-74 0 1,198 0-16,-173 0 0,99 0 31,-1 25-31,-98-1 32,-100 1-17,26 0-15,-76 25 0,1-1 16,-50-24-1,-74 25 1,50-50 0,98 0-1,50 0-15,50 0 32,25 0-17,123-25-15,51 0 16,24-24-1,-25 49 1,-99 0 15,-99 24-31,-100-24 32,-74 0-17,-99 0-15,-24 0 31,48-24-15,175 24-16,-26-25 16,50 25-16,25-25 15,174 0 1,74-25 0,0 1-1,-49 24 1,-150 25-16,50 0 15,-74 0 1,0 0-16,25 0 0,-26 25 31,-48-25 1,-1 0-17,0 0-15,25-25 16,-74-25-1,49 50-15,-25-49 16,50-50 0,124-25-1,75 49 1,-174 50-16,49 25 16,-24 0-1,-26 0-15,-48 25 16,-51-25-1,-99 0 1,125 0-16,-125 0 31,125-25-31,-26 25 0,-49 0 0,50-24 16,-149 24 0,173 0-16,0 24 15,125 1-15,148 0 31,50 0-15,-224-25-16,100-25 16,-124 25-16,25 0 0,-1-25 15,-74 25 1,-99 75 0,-124-1-1,174-74-15,-149 50 16,148-50-16,1 24 0,-25-24 15,74 0 1,0-24-16,75-1 0,74-50 31,74-49-31,25 50 32,-198 74-32,99 0 15,-74 0-15,-25 25 0,24 0 0,-24-1 16,49 51-1,-74-50-15,25 49 16,-99 0 0,-75-49-1,-74-25 1,148 0-16,-123-25 16,99 1-1,-25-1-15,99 0 16,223-49-1,100-26 1,0 26 15,-249 49-31,125-49 0,-124 74 16,-1-25-16,26 0 16,-26 25-1,-98-25-15,-51-24 31,76 24-31,-76-25 16,75 26-16,-24-1 0,-1-50 16,25 50-16,-49-74 15,74 74 1,0 1-16,25-1 16,74 25-1,-74 0-15,49 0 16,-49 0-16,0 25 0,0-1 15,0 1 1,-25 74-16,0-49 0,0 49 31,-25 75-31,25 0 32,-25-50-17,25-75-15,-25-24 31,25-99-15,0-100 0,50-24-1,-50 148-15,25-74 16,-25 74-16,24 50 0,-24-49 16,0 73-1,0 76 1,0 148-1,-24 49 1,24-73 15,0-200-31,0 51 0,0-50 16,0-75 0,0 0-1,49-98-15,1-76 31,-25 150-31,24-75 16,-24 124-16,-25 1 0,25-1 16,-25 124-1,0 124 1,-25-24 0,-25-51-1,50-98 1,-24-100-1,24-74 1,24-99 15,100 0-31,-49 74 32,-50 174-17,-25 0-15,0 99 0,0 0 16,-50 25-1,-24 24 1,24-74 0,25-99-1,25-24 1,-25-1-16,25-99 16,0 25-1,50-100-15,24 1 16,-49 148-1,-25 174 1,0-74-16,-25 148 31,25-148-31,-24 24 0,24 50 0,-25-74 16,0 148 0,25-148-16,0-25 0</inkml:trace>
  <inkml:trace contextRef="#ctx0" brushRef="#br0" timeOffset="338568.9489">31477 7541 0,'-25'0'16,"25"24"46,0 1-46,0 0-16,0 0 15,0 49-15,0-49 16,-24 49 0,24-49-16,0 0 15,0 0 16,0 0-15,0-1 0,0 1-1,0-50 1,0 1 0,-25-76-1,25-24 1,0 100-16,0-76 15,0 76 1,25 24-16,-25-50 0,-50 75 31,25 24-15,-24 26 0,24-26-16,-25 75 15,50-99-15,0 25 0,-25-1 0,25-24 16,0 75-1,0-76 1,25-24 0,25-99-1,-1 0 1,-24 49-16,25-74 16,-25 50-1,-1-25-15,1 49 16,-25 25-1,-25 50 1,-24 99 15,-1 50-31,50-150 16,0 100 0,0-99-16,0 0 15,0 0-15,0-50 31,0-74-15,0 74-16,25-74 16,-25 49-16,0 1 0,25-100 15,-25 0 1,0 75 0,0 98-1,-25 76 1,25-51-16,-25 75 15,-24-49 1,24 49-16,-25 24 31,50-48-31,0-51 32,0-73-17,0-1-15,25 0 16,0-99-1,0 99-15,-1-99 16,51-50 0,-50 75-1,-25 124 17,0 0-32,-25 99 15,0 49 1,-25-24-1,26-25 1,-26-24 15,50-76-31,0-73 32,25-1-17,0-99-15,-1-24 31,1 49-15,-25 99 0,-25 50-1,1 74 1,-26 25 0,25-25-1,25-74-15,0 25 16,-25-26-16,25 1 15,0-74 17,0 24-17,50-75-15,-25-48 32,24 24-17,-49 99-15,25-25 0,-25 100 31,-25 49-15,1 25 0,-1 0-1,0-49 1,25-51-16,0 1 16,0-50-1,0-74 1,0-25-1,50-25 1,-26 50 15,-24 74-31,0 50 16,0 25 0,-49 74-1,24 49-15,0-49 31,25-74-31</inkml:trace>
  <inkml:trace contextRef="#ctx0" brushRef="#br0" timeOffset="339678.884">29666 7615 0,'0'0'16,"25"0"-16,0 0 0,-25-25 15,0 0 1,-25 25 15,0-24-31,1 24 16,-51 24-1,-24 76 1,25-26 15,74-49-31,0 24 0,0-24 16,0 0-16,24 0 16,51 0-1,24-25-15,-25-25 31,-24-25-15,-25 25-16,-25-24 16,0 24-16,0 0 0,0-24 15,0-1 1,-50 25 0,1 25-1,-26 25 1,75 0-16,-25 24 15</inkml:trace>
  <inkml:trace contextRef="#ctx0" brushRef="#br0" timeOffset="374136.7893">27831 11807 0,'0'0'16,"0"-25"-16,0 0 15,-25 1-15,0-1 31,25 0-15,-25 25 0,1 0-1,-1 0 1,-50 0 0,-73 25-1,123-25-15,-50 25 16,75-1-16,-24-24 0,-26 50 31,25-25-31,25 49 16,-25-24-1,25 49 1,0-74-16,0 49 31,0-24-31,-24-25 0,24 99 0,-25 25 31,-25 24-15,1 1 0,-1 24-1,50-148-15,-50 74 16,50-74-16,0-1 0,-25 150 16,25 49-1,0-25 1,0 25-1,-49 0 1,-1 25 15,25-224-31,-49 175 16,74-200-16,-50 100 0,26 0 31,24-24-31,0-1 31,0-74-31,24 49 16,-24-49-16,0 0 0,25 74 16,0 25-1,-25-25 1,0 0 0,-25-24-1,25-50-15,-49 74 16,49-74-16,0-1 0,0 51 15,0 24 1,0-24 15,0-26-31,24-24 16,1-25-16,25 25 31,-25-25-31,-1 0 0,51 25 0,24-25 31,-24 0-15,-26 0 0,50 0-1,-24 0 1,-50-25-16,24 0 16</inkml:trace>
  <inkml:trace contextRef="#ctx0" brushRef="#br0" timeOffset="374996.8042">28104 12179 0,'0'0'0,"-25"0"62,25-25-46,-25 25-16,0 0 0,-49 25 31,-1 74-31,51 1 31,24-76-31,24 51 16,26-50-16,-25-25 0,24 24 16,-24 1-16,124-25 15,-124-25-15,49 1 16,-24-100 0,-25 24-1,-25 76-15,-75-76 16,75 75-16,-24 25 0,-51-24 31,26 48-31,-1 51 16,25-1-1,75-24 1</inkml:trace>
  <inkml:trace contextRef="#ctx0" brushRef="#br0" timeOffset="375266.781">28674 12452 0,'0'0'0,"-25"0"15,1 0 17,-1 25-32,-25 0 15,25-1 1,1-24-1,48 0 17,1-24-32,0-1 15,0 25 1,0 0-16</inkml:trace>
  <inkml:trace contextRef="#ctx0" brushRef="#br0" timeOffset="376046.7341">29021 12154 0,'0'-25'15,"0"1"1,0-1 31,25 25-47,25 0 16,-25 0-1,0 25-15,-1-1 31,-24 26-15,-49-50-16,-1 50 16,50-25-16,-25-1 15,25 1 1,25 25 0,50-1-1,-51-49-15,26 50 16,-50-25-1,0 0-15,-25 24 16,-49-24 0,-26-25-1,26 0 1,24-25 15,50 0-15,50 25-16</inkml:trace>
  <inkml:trace contextRef="#ctx0" brushRef="#br0" timeOffset="376746.6401">30187 12129 0,'0'-24'31,"0"-1"-31,0 0 31,-49 25-31,24-25 16,-25 25-16,25 0 15,-24 75 1,49 24 0,25-25-1,-1-49-15,26 25 16,-25-50-16,0 25 0,24-25 16,-24 0-16,25-25 15,-50-25 1,0 25-16,-25-74 15,-25 25 1,1 49 0,73 50 15,26-1-31</inkml:trace>
  <inkml:trace contextRef="#ctx0" brushRef="#br0" timeOffset="376926.6828">30683 12278 0,'0'0'0,"-24"0"15,-1 0-15,-25-24 16,25-1 0,1 0-1,73 25 1,-24 0-16</inkml:trace>
  <inkml:trace contextRef="#ctx0" brushRef="#br0" timeOffset="377216.666">31080 12055 0,'-25'-25'16,"1"25"-16,24-25 15,-25 25-15,-50 25 16,51 50 0,73 49-1,26 25 1,-51-125-16,1 51 16,-25-26-16,-74 1 15,-50-25 1,0 0-1,49-100 1,75 50-16,0 1 16</inkml:trace>
  <inkml:trace contextRef="#ctx0" brushRef="#br0" timeOffset="377336.5875">31055 12204 0,'0'0'0,"25"-25"0,0 0 15,25-74-15,-1 0 31,51 49-15,-76 50-16,51 0 16,-26 0-16</inkml:trace>
  <inkml:trace contextRef="#ctx0" brushRef="#br0" timeOffset="377966.6227">32271 12055 0,'0'0'0,"-25"0"16,0 0 15,-49 25-31,24 24 31,1 26-31,49-1 31,49 1-15,26-50 0,-51-25-16,26 0 15,-50-25-15,25-25 16,0-74 0,-50 25-1,-25 24 1,25 75-16,25 25 31,25 0-15</inkml:trace>
  <inkml:trace contextRef="#ctx0" brushRef="#br0" timeOffset="378166.6105">32668 12254 0,'-25'0'16,"0"0"0,25-25-16,-25 25 15,1 0-15,-1 0 16,25-25-16,25 25 31,-1 0-15</inkml:trace>
  <inkml:trace contextRef="#ctx0" brushRef="#br0" timeOffset="378476.5926">32990 12030 0,'0'0'16,"-74"-25"-16,24 25 0,25 0 15,-24 75 1,24-50-16,0 74 16,25-74-16,0 24 0,0 51 15,75-26 1,-26-24 0,1-50-1,-25 0-15,-25-50 16,0 25-16,0 0 0,-25-24 15,-25 49 1,-49-75-16,74 51 0,-49 24 16,24 74-1</inkml:trace>
  <inkml:trace contextRef="#ctx0" brushRef="#br0" timeOffset="379876.509">33238 12353 0,'0'0'0,"0"25"0,0-50 31,0 0 1,0 0-32,50 25 15,24-25 1,-24 25 0</inkml:trace>
  <inkml:trace contextRef="#ctx0" brushRef="#br0" timeOffset="380036.4237">33610 12303 0,'-24'-49'31,"-1"49"-31,25-25 0,0 0 31,74 25-31</inkml:trace>
  <inkml:trace contextRef="#ctx0" brushRef="#br0" timeOffset="381146.4338">28203 13196 0,'0'-25'47,"-25"25"0,0 0-47,1 0 15,-1 0 1,0 0-16,0 25 0,-25 0 31,26 0-31,-1-25 0,-25 49 0,25 26 16,75-1-1,0-24 1,-26-25 15,-24-1-31,25-24 0,0-24 16,-25-1-16,0-25 15,25-49 1,-25 25 0,-50-1-1,75 75 17,0 0-32,49 25 15</inkml:trace>
  <inkml:trace contextRef="#ctx0" brushRef="#br0" timeOffset="381366.4219">28501 13395 0,'-25'0'31,"25"-25"-31,-25 25 16,0 0-1,50 0 17,49 0-17,-24 25 1</inkml:trace>
  <inkml:trace contextRef="#ctx0" brushRef="#br0" timeOffset="381566.4091">28749 13271 0,'0'0'0,"24"0"0,-24-25 0,0 0 16,-24 50 15,24 24-15,-25 1-1,25-25-15,-50 74 16,50-49-16,0-26 0,0 76 15,25-26-15</inkml:trace>
  <inkml:trace contextRef="#ctx0" brushRef="#br0" timeOffset="382146.3764">30287 13395 0,'0'0'15,"-50"0"-15,0-25 16,1 0 15,-26 0-31,-24 100 16,49 49-1,50-25 1,75-25 15,-50-49-31,49-25 16,-49 0-16,0-25 0,-1 0 15,1-99 1,-25-24 0,-49 73-1,24 50 1,25 50 0,0 0-16,25 25 15</inkml:trace>
  <inkml:trace contextRef="#ctx0" brushRef="#br0" timeOffset="382316.3676">30559 13618 0,'-24'0'16,"24"-25"-16,-50 25 0,50-25 0,-25-24 31,75 49-15,-25 0-1,49 0-15</inkml:trace>
  <inkml:trace contextRef="#ctx0" brushRef="#br0" timeOffset="382736.2786">31130 13469 0,'0'-25'0,"25"0"0,-1 25 0,1-24 31,50 24-31,-50 49 16,-50 26-1,-99-1 1,-75 25 15,75-24-31,124-51 16,25 26-1,25-25-15,49 0 16,50-25 0,-50-75-1,-74-24 1,-25 74-16,-50-74 16,50 49-16,-50 26 0,1-76 15,-26 51 1,75 24-1,25 25 1,99 50 0,-99-26-16,74 26 15</inkml:trace>
  <inkml:trace contextRef="#ctx0" brushRef="#br0" timeOffset="383276.3079">32345 13543 0,'0'0'0,"-24"-24"0,-1-1 0,0 25 16,-50-50-1,51 25-15,-26 25 16,-24 25 0,24 50-1,50 24 1,0-74-16,50 49 16,-50-49-16,49-25 0,1 49 15,24-49 1,-24-74-1,-25-25 1,-25-25 0,0 99-16,-25-25 31,0 26-31,25 48 31,0 26-31</inkml:trace>
  <inkml:trace contextRef="#ctx0" brushRef="#br0" timeOffset="383436.2428">32618 13667 0,'0'0'0,"-25"0"0,25-24 15,25 24 16,0 0-15</inkml:trace>
  <inkml:trace contextRef="#ctx0" brushRef="#br0" timeOffset="383826.2756">33114 13519 0,'0'0'15,"0"-25"-15,-49 25 0,-51-25 16,26 50 0,49 24-1,25 1 1,75-25 0,-26-75-1,1 25 1,-25-24-1,-25 24 1,-25 99 0,25-49-16,-75 74 15,75-74 1,0 0-16,-74 99 0,24-25 31,-49-24-31,-50-51 31,25-48-15,100-1 0</inkml:trace>
  <inkml:trace contextRef="#ctx0" brushRef="#br0" timeOffset="384166.259">33362 13891 0,'0'0'0,"-25"-25"0,25 0 15,0 0-15,25 25 16,0 0 0,0 0-16,25 0 15,-26 25-15,1-25 16</inkml:trace>
  <inkml:trace contextRef="#ctx0" brushRef="#br0" timeOffset="384326.2465">33660 13891 0,'0'-25'0,"25"0"15,0 0 1,-1 25-1,1 0-15,25 0 16,-25 0-16,-1 0 0</inkml:trace>
  <inkml:trace contextRef="#ctx0" brushRef="#br0" timeOffset="385496.1046">27930 14759 0,'0'0'0</inkml:trace>
  <inkml:trace contextRef="#ctx0" brushRef="#br0" timeOffset="385676.1277">28129 14883 0,'0'0'0,"49"0"47,-24 0-47,25 0 15,49 0 1,-74 0-16</inkml:trace>
  <inkml:trace contextRef="#ctx0" brushRef="#br0" timeOffset="385796.1209">28674 15032 0,'25'24'16,"-50"-48"-16,75 48 16,-25-24-1,49 0-15,75 0 31</inkml:trace>
  <inkml:trace contextRef="#ctx0" brushRef="#br0" timeOffset="385966.0774">29666 15205 0,'25'0'0,"0"0"15,0-25 1,0 25-16,24 0 31,1 0-31,-25 0 0,99 0 0,-25 25 16</inkml:trace>
  <inkml:trace contextRef="#ctx0" brushRef="#br0" timeOffset="386146.1398">31105 15478 0,'0'0'0,"25"0"0,0 25 16,49-25-16,25 0 31,75 0-15,-100 0-16,125 25 16,-125-25-16,1 0 0,-1 0 0</inkml:trace>
  <inkml:trace contextRef="#ctx0" brushRef="#br0" timeOffset="386296.0909">33065 15776 0,'0'0'0,"-25"0"0,25-50 16,-50 25-1,1 1-15,24-26 31</inkml:trace>
  <inkml:trace contextRef="#ctx0" brushRef="#br0" timeOffset="386616.0359">28972 16272 0,'0'0'0,"-25"0"0,0 0 15,0 0-15,1-25 16,24 0 15,74 50-31,75 0 31,49 24-15</inkml:trace>
  <inkml:trace contextRef="#ctx0" brushRef="#br0" timeOffset="386796.061">29666 16669 0,'0'0'0,"0"25"15,25-1 1,99-24-16,124 25 31,75 0-31,148 0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7:25:28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7193 1736 0,'25'0'16,"0"0"0,-25-24-1,25 24-15,0 0 16,-1 0 0,51-25-1,24 0 1,0 25-1,-49 0 1,-50 25-16,25 24 16,-25-24-16,0 25 15,-25 49 1,-99 0 15,99-24-31,0-51 16,25-48-1,0-1 1,0-50-16,50-24 31,-1 25-15,51 24 0,-76 25-16,26 1 15,-25-1 1,0 0-16,-25 0 15,24 25 1,-24-25 0,0 0-1,-24 25 17,-1 50-17,-25 25-15,50-26 31,-25 26-15,100-26-16,-50-24 16,49 0-1,-49-25-15,-25 25 0,74-25 16,-49 0 0</inkml:trace>
  <inkml:trace contextRef="#ctx0" brushRef="#br0" timeOffset="249.9378">8310 1463 0,'0'0'0,"-25"0"0,0 0 0,25 25 31,0 0-31,0 25 31,0-26-31,0 51 16,0-50-16,0 24 0,0 26 31,50-26-15,-1-24-16</inkml:trace>
  <inkml:trace contextRef="#ctx0" brushRef="#br0" timeOffset="639.9627">8558 1513 0,'0'0'16,"24"0"-16,26 25 31,-25 49-31,0 1 31,-25-1-15,0-49-16,0-50 31,24-24-15,26-26 0,0 25-1,-1 50 1,1 25-1,-25 25 1,-25-25-16,0 24 16,-25-24-16,25 25 15,-25-1 1</inkml:trace>
  <inkml:trace contextRef="#ctx0" brushRef="#br0" timeOffset="869.9484">9103 1463 0,'0'0'16,"25"0"-16,0 25 15,0-25-15,49 75 16,-74-51-16,25 51 15,-25 24 1,-99 25 0,0-25-1,74-74 1,0-25-16</inkml:trace>
  <inkml:trace contextRef="#ctx0" brushRef="#br0" timeOffset="1189.9315">9922 1736 0,'0'-49'16,"49"49"-16,26-50 31,49 25-31,-99 25 16,24-25-1,-24 25-15</inkml:trace>
  <inkml:trace contextRef="#ctx0" brushRef="#br0" timeOffset="1349.9244">9971 1960 0,'0'0'0,"-24"0"0,24-25 15,49 0-15,26 0 16,98 0 0,-98 1-16</inkml:trace>
  <inkml:trace contextRef="#ctx0" brushRef="#br0" timeOffset="2269.8675">11857 1191 0,'-25'0'47,"25"-25"-47,-25 25 0,0 0 15,0 0 1,-24 0-16,24 0 0,0 0 16,0 0-1,1 0-15,-1 0 31,25 25-15,0-1 0,0 1-1,0 25 1,0-1 0,0 1-1,0 74 1,-25 25-1,25-99-15,0 49 16,0-74-16,0-1 16,0 26-16,0-25 0,0 49 31,0-49-31,-25 25 0,25 24 31,0-49-31,0-50 47,50 0-31,24 0-1,1 1 1,-1-1 0,-49 25-16,24-25 15</inkml:trace>
  <inkml:trace contextRef="#ctx0" brushRef="#br0" timeOffset="2539.8503">12452 1488 0,'0'0'0,"0"-25"0,-25 50 31,25 0-31,0 25 16,0-26-16,-25 101 16,25-101-16,-24 76 15,24-1 1</inkml:trace>
  <inkml:trace contextRef="#ctx0" brushRef="#br0" timeOffset="2749.8405">13122 1960 0,'-25'0'0,"25"24"31,0 26-31,-50 24 31,-49 1-15,0-26 0</inkml:trace>
  <inkml:trace contextRef="#ctx0" brushRef="#br0" timeOffset="3389.8003">13767 1463 0,'0'0'15,"0"-24"-15,24 24 47,-24 24-16,0 1-31,0 0 32,0 0-32,0 0 15,0-1 1,0 1 15,0 0-15,-24 0-1,-26-25 1,-24 74-16,-1 1 31,26-26-15,73-49 31,-24-24-47,25 24 0,25 0 15,-50-25-15,49 25 16,-24 0 0,25 0-1,-1 25 1,26-1 15,-50-24-31</inkml:trace>
  <inkml:trace contextRef="#ctx0" brushRef="#br0" timeOffset="3599.7876">14238 1811 0,'0'0'0,"-25"0"0,25 25 31,0-1-31,0 26 15,0-25-15,0 0 16,0-1-16,0 1 16,-25-25-16,0 25 15</inkml:trace>
  <inkml:trace contextRef="#ctx0" brushRef="#br0" timeOffset="4119.757">14932 1463 0,'0'0'0,"-24"-24"0,-1 24 0,25-25 31,74 25-31,-24-25 0,49 25 31,-74 0-31,24 0 0,1 50 16,-50-1 15,-50 50-31,26-74 16,-26 25-1,25-50-15,25 25 0,-25 0 16,75 24 0,0 1-1,-26-25 1,-73 24-1,-50-24 1,49 0-16,-49 0 16,49-1-1,25-24-15</inkml:trace>
  <inkml:trace contextRef="#ctx0" brushRef="#br0" timeOffset="4339.7438">15776 2059 0,'-25'0'16,"25"25"-16,-25-1 15,25 1-15,-25 25 16,1-25-16,-1 24 15,-25 1 1,25-50 0</inkml:trace>
  <inkml:trace contextRef="#ctx0" brushRef="#br0" timeOffset="4639.7258">16222 1513 0,'0'0'15,"25"0"-15,-25-25 16,-25 25 0,0 50-1,-49-1 1,49 1-1,50-25 1,74 0 0,-49-25-16,99 0 31,-100 0-31,75 0 0,-49 25 16</inkml:trace>
  <inkml:trace contextRef="#ctx0" brushRef="#br0" timeOffset="4849.7135">16371 1563 0,'0'0'0,"-25"0"0,0-25 16,25 50 15,0 24-31,25 51 15,-25-1 1,-25 0 0,25-25-1</inkml:trace>
  <inkml:trace contextRef="#ctx0" brushRef="#br0" timeOffset="5549.6727">16966 1290 0,'-24'0'0,"24"-50"31,0 25-31,24 1 16,1-1-1,74 25 1,-24 0 0,-50 25-1,-1-25 1,1 49-1,0 1 1,-25 24 0,0 50-1,0 0 1,-25-99-16,25 50 31,0-51-31,0 1 0,0 50 0,25 24 16,0-25 15,24-24-31,-49-25 31,-24-25-15,-51 0 0,-74 0-1,-49 74 1,148-49-16</inkml:trace>
  <inkml:trace contextRef="#ctx0" brushRef="#br0" timeOffset="6819.5981">5978 4118 0,'-25'-25'16,"25"0"-16,99 0 31,1 25-31,-1 25 31,-74-25-31,-1 99 16,-24-74-16,0 25 0,-24 49 16,-76 50-1,26-25 1,24-75-1,26-49 1,24-25-16,74-49 16,-49 49-16,0 0 0,74-74 15,50 0 1,-1 25 15,-24-1-31,-74 50 16,-50 1-16,25-1 31,-75 25-31,1 25 31,-51 74-15,26 0 0,49 25-1,25-99-15,25 49 16,-25-49-16,25 0 0,24 24 15,26-24 1</inkml:trace>
  <inkml:trace contextRef="#ctx0" brushRef="#br0" timeOffset="7099.5808">7342 3820 0,'0'0'16,"-25"0"-16,1 0 0,-1 0 15,-50 0 1,75 25-16,-49 74 16,24-49-16,0 74 15,0 74 1,50-24-1,50-75 1,-75-74-16,49 24 16,-24-49-16,0 0 15</inkml:trace>
  <inkml:trace contextRef="#ctx0" brushRef="#br0" timeOffset="7519.5579">7764 4093 0,'0'-25'31,"0"0"-31,25 25 16,24 0 0,-24 25-16,0 49 15,-25-49-15,0 0 16,0 25-16,0-26 0,-75 51 15,51-50-15,24-1 16,0-48 0,24-51-1,51-24 1,-50 99-16,49-74 31,-49 74-31,25-25 16,-1 25-16,-24 0 31,-25 74-31,0 25 31,-25-74-31,0 74 16,1-74-16,24 0 0,0 49 16,0-49-16</inkml:trace>
  <inkml:trace contextRef="#ctx0" brushRef="#br0" timeOffset="7719.5449">8756 4366 0,'-50'24'0,"26"-24"0,-1 0 0,-25 25 31,50 25-31,50 49 16,-50-74-16,0 24 31,0-24-31,0 0 0,0 0 16</inkml:trace>
  <inkml:trace contextRef="#ctx0" brushRef="#br0" timeOffset="8249.5132">9252 4638 0,'25'0'0,"-25"25"16,0-50 46,0 1-46,25 24 46,0 0-30,-1 0-17,1 0 1,0 0 0,-25 24-1,0 1 1,0 50-16,0-51 0,-25 76 31,0-75-31,25-1 0,-74 51 16,-25-1-1,24-49 1,51-25-16</inkml:trace>
  <inkml:trace contextRef="#ctx0" brushRef="#br0" timeOffset="8769.4821">9971 4093 0,'0'0'0,"-24"0"0,48 0 32,-24 25-32,75 49 15,-50 25 1,-25-24-1,-50-26 1,50-24-16,-25-25 16,25-25-1,0-24 1,100-51-16,-26 26 31,-24 24-31,-26 50 31,-24 25-15,0 0-16,0 74 16,0-74-16,0 25 15,-24 24 1,-1-24 0</inkml:trace>
  <inkml:trace contextRef="#ctx0" brushRef="#br0" timeOffset="9119.4659">10517 4415 0,'0'-25'15,"25"25"1,0 0-16,0 0 0,49 25 31,-24 0-31,-50 49 31,0-49-31,-75 25 16,50-25-16,1-25 0,-26 49 16,75-49 15,24 0-31,26 0 15,24-25 1,-49 1 0,-26 24-16,26-50 31,-25 25-31,-25 0 0</inkml:trace>
  <inkml:trace contextRef="#ctx0" brushRef="#br0" timeOffset="9349.3766">11237 3994 0,'0'0'0,"0"24"15,24 1 17,-24 0-32,50 49 15,-25-24-15,0 24 16,-25-49-16,0 25 0,0 24 15,-100 75 1,1-25 0,74-74-16</inkml:trace>
  <inkml:trace contextRef="#ctx0" brushRef="#br0" timeOffset="9819.4201">12626 4341 0,'0'0'0,"-25"0"16,25-25 0,49 25-16,75-74 15,-99 74-15,74-25 16,-74 25-16,0 0 0,25-25 15,-26 25-15</inkml:trace>
  <inkml:trace contextRef="#ctx0" brushRef="#br0" timeOffset="9989.4098">12601 4638 0,'0'0'16,"25"0"-16,49-49 31,100-1-31,-1 25 31,-148 1-31,25 24 0</inkml:trace>
  <inkml:trace contextRef="#ctx0" brushRef="#br0" timeOffset="10819.3635">14808 2977 0,'0'0'0,"50"0"0,-50-25 0,0 0 16,-50 25-16,26-25 31,-1 25-31,-25-25 16,25 25-16,1 0 15,-1 0 1,0 0 0,0 50-1,0 24 1,25-49-16,-24 74 15,24-49-15,0 74 16,0 99 0,0 100-1,0-1 1,0-247-16,-25 148 31,0-124-31,25-25 0,-50 175 16,1 48-16,-1 1 31,0-25-31,1 24 31,24-222-31,0 123 16,0-123-16,25-1 0,0 100 16,0 49-1,0-25 1,25-74-1,-25-49 1,0-50-16,0 24 16,0-24-16,-49 25 31,24 24-31,25 0 31,0 1-31,25-26 16,-25-24-16,24 0 31,1-25-15,25 25-1,-25 0 1,74-25 0,50 0-1,-124 0-15,99-25 16,-100 25-16,1 0 0,74-25 15,-49 0-15</inkml:trace>
  <inkml:trace contextRef="#ctx0" brushRef="#br0" timeOffset="11349.3296">15949 3944 0,'0'-25'0,"-24"25"0,-1 0 31,0 0-31,25 50 63,0-25-48,0 24-15,-25 125 16,-24-25 0,-1-50-1</inkml:trace>
  <inkml:trace contextRef="#ctx0" brushRef="#br0" timeOffset="11869.2991">17562 3671 0,'0'-25'15,"25"25"-15,-1 0 16,26 0-16,-25 0 0,24 25 31,-24 0-31,-25 0 0,25 24 16,-50 26-1,-24-1 1,-1-24 0,50-1-1,25-49 1,24 0-1,51-24 1,-26-1 0,-24 25-1,-1 0 1</inkml:trace>
  <inkml:trace contextRef="#ctx0" brushRef="#br0" timeOffset="12369.1943">19100 3671 0,'0'0'0,"0"-25"0,-25 0 15,25 1 1,25 24 0,24 0-1,26 49-15,-26 1 16,-24-50-16,-25 50 31,0-26-31,0 1 16,0 50-1,0-26 1,-50 1 0,26-1-1,-1-24 1,25 0-16,-50 0 15,50 0-15,-25-25 16,-24 0 0,-1-50-1,25 50 1</inkml:trace>
  <inkml:trace contextRef="#ctx0" brushRef="#br0" timeOffset="13239.2176">21010 3795 0,'0'-25'16,"0"1"15,-25 24 16,0 24-32,0-24 1,0 0-16,-49 50 0,-25 24 31,49-24-15,50-25-16,0 0 16,25-25-1,0 0 1,-25 24-1,74 26 1,-24 0 0,-25-26-16,24 26 31,-24-25-31,-25 0 0,0-1 31,-74 26-31,-1-25 16,50 0-16,-24-25 31,24 0-31,0 0 0,0 0 0,-24-50 31,49 25-31</inkml:trace>
  <inkml:trace contextRef="#ctx0" brushRef="#br0" timeOffset="13389.2121">21109 3795 0,'0'0'0,"25"-49"0,-1 24 0,51-50 16,74 50-1,-50 1 1,-50 24 0</inkml:trace>
  <inkml:trace contextRef="#ctx0" brushRef="#br0" timeOffset="14189.1721">16396 4986 0,'0'0'0,"0"-25"0,-25 25 15,25-50 1,-25 50-16,0-24 31,-24 73-31,-75 50 31,74-74-31,-49 74 16,74-49-16,0 0 0,-49 49 16,24 25-1,75-75 1,50-24-1,24-25 1,-74-25-16,24 1 16,-49-1-16,0 0 15,0 0 1,-99-24-16,0 49 31,24 24-31,75 1 16</inkml:trace>
  <inkml:trace contextRef="#ctx0" brushRef="#br0" timeOffset="14549.1404">17438 5060 0,'0'0'0,"0"-25"0,-25 1 0,25-26 31,74-24-31,-49 74 0,74-25 31,-74 25-31,0 0 0,25 0 16,-1 25-16,-49-1 31,-25 1-31,-24 50 31,24-51-31,0 51 16,0-50-16,25 24 0,-24 26 16,-1 24-1,0-50 1,25 1-1</inkml:trace>
  <inkml:trace contextRef="#ctx0" brushRef="#br0" timeOffset="14739.1345">17314 5407 0,'0'0'0,"-25"-24"0,25-1 16,0 0-16,49 25 0,75-50 31,-99 50-31,25-24 0,49 24 0,-74-25 16,124 0-1,-124 0-15,24 0 0</inkml:trace>
  <inkml:trace contextRef="#ctx0" brushRef="#br0" timeOffset="15269.0255">18876 4961 0,'0'0'0,"0"-25"16,25 0-1,0 25 1,49 25 0,-24 25-1,-100 24 1,-49 25-1,-25 1 1,99-76-16,1 76 16,24-76-16,0 1 15,24 0 1,26 0-16,0-50 31,-50-49-31,0-50 16,-25 99-16,0-74 31,25 74-31,-25 0 0,25-25 16,0 26-1,75 24 1,-1 49 0,0-24-16</inkml:trace>
  <inkml:trace contextRef="#ctx0" brushRef="#br0" timeOffset="15768.9951">20712 5110 0,'0'0'0,"-50"0"0,25-25 0,-24 0 16,24 25-16,-74-25 16,74 25-16,0 25 15,75 74 1,24-49-1,25-25 1,-74-25-16,25-25 16,-50-25-16,25 50 0,-25-74 31,0 49-31,0 50 31,-25 49-31,0 50 16,25-99-16,-50 74 31,50-74-31,-24 25 0,-51 24 16,-74 1-1,-24-26 1,24-49 0,124 0-16</inkml:trace>
  <inkml:trace contextRef="#ctx0" brushRef="#br0" timeOffset="16708.9556">15205 6251 0,'0'0'0,"0"-25"16,25 25 15,-25-25-15,50 25-1,-50-25-15,24 25 16,1 0-1,-25-24-15,25 24 16,0 0 0,-25-25-1,-25 25 17,0 0-17,-24 25 1,-1 24-16,0 26 31,26 24-31,24-25 31,49-49-15,-24-25-16,0 0 16,0-50-16,-1 26 15,-24-51 1,0 100 15,0 25-15,0-26-16,0 100 31,0-99-31,0 50 0,-74 49 31,-25-50-31,-25 1 16,25-75 15,74 0-31,-25-25 16,50 0-16</inkml:trace>
  <inkml:trace contextRef="#ctx0" brushRef="#br0" timeOffset="17048.9927">16917 6375 0,'0'0'0,"0"-25"0,-25 25 16,0 0-16,0 0 16,-24 50-1,49-26-15,-50 76 16,25-76-16,25 26 0,-24 24 16,24-24-16,-50 74 15,50-99-15,0 0 16,0 0-1</inkml:trace>
  <inkml:trace contextRef="#ctx0" brushRef="#br0" timeOffset="17318.978">17090 6499 0,'0'0'0,"0"-25"16,25 25-16,25 0 31,-50 25-31,25 24 16,-25 1-16,0 24 15,-50 1 1,50-26 0,50-24-1,74-25 1,-100 0-16,100-25 15,-49 25-15,-50 0 0</inkml:trace>
  <inkml:trace contextRef="#ctx0" brushRef="#br0" timeOffset="17708.8866">18628 6499 0,'0'0'0,"0"-25"0,0 0 16,25 25-16,-25-25 16,0 50 15,-25 50-31,-24 24 31,-1 25-31,25-50 16,25-24 15,0-25-31</inkml:trace>
  <inkml:trace contextRef="#ctx0" brushRef="#br0" timeOffset="17908.8843">19075 6598 0,'0'0'0,"-25"0"16,25 25 0,-25-25-16,25 124 15,-25-25 1,25-74-16,-24 49 31,24-49-31,0 0 0,-25 0 0</inkml:trace>
  <inkml:trace contextRef="#ctx0" brushRef="#br0" timeOffset="18388.8753">20191 6573 0,'0'0'15,"0"-25"1,25 1 0,0 24-1,-1 0 1,-24 24 15,0 1-15,-24 50-1,24-51-15,-75 100 16,75-99 0,-25 75-16,-24-1 15,24-50 1,25-24 0</inkml:trace>
  <inkml:trace contextRef="#ctx0" brushRef="#br0" timeOffset="18698.8953">20513 6747 0,'0'0'0,"0"-25"16,0 0-16,25-24 16,50 49-1,-26 74 1,-24 25-1,-75 1 1,26-76-16,-51 51 16,50-50-16,1-25 0,24 24 15,-25 1 1,74-25-16,-24 0 16,99 0-1,0-25-15,-24-24 16,-51 49 15</inkml:trace>
  <inkml:trace contextRef="#ctx0" brushRef="#br0" timeOffset="20238.8059">21729 2927 0,'25'0'31,"0"0"-15,-1 0 0,51 0-16,24 0 15,-25 0 1,-49 0-16,25 0 31,-25 0-31,-1 0 0,26 0 0,-25 0 16,49 0-16,-49 0 15,0 0 1,-25 25 15,-25-25-15,25 49 0,0 51-1,25-1 1,-25 50-1,0 24 1,-25 51 0,25-175-16,-25 100 31,25-50-31,-49 50 0,24 49 31,0-24-31,25 0 16,-25 24 15,0-148-31,1 123 16,-1-123-16,25 0 0,-25 123 15,-25 26 1,1-26 0,-26 26-1,51-1 1,24-148-16,-25 123 15,25-123-15,0 0 0,0 98 16,-25 1 0,0-25-1,0-49 1,1 24 15,24-74-31,-25 74 16,25-74-16,0 0 0,-25 74 0,25 0 31,0-25-31,0 1 31,0-26-15,-25-24-16,25 0 16,-25 25-16,0-26 15,25 1 16,-24-25-15,24 25 0,0-50 46,-25 25-46,0 0-16,0-25 15,0 25 1,-24-24-16,-50 24 16,74-25-16,-25 25 0,-24 0 15,-25-25 1</inkml:trace>
  <inkml:trace contextRef="#ctx0" brushRef="#br0" timeOffset="26538.3691">2629 8409 0,'-25'0'0,"25"25"156,0-1-156,0 1 0,0 0 16,-24 149 0,-1 24-1,0-24 1,25-149-16,-25 74 16,25-74-16,0-1 0,0 51 15</inkml:trace>
  <inkml:trace contextRef="#ctx0" brushRef="#br0" timeOffset="27238.3923">3522 8508 0,'0'-25'0,"0"0"16,0 50 31,0 0-47,0 0 0,0 124 16,0-100-16,-49 125 31,49-125-31,-25 1 0,0 74 0,-25 0 31,50-74-31,0-75 31,25 0-15,0 0-16,25-49 16,-26 49-16,26-24 15,24 24 1,-24 25-1,-25 49 1,-25 51 0,0-76-16,-25 26 31,0-25-31,25 0 0,-49 49 0,-26-24 16,26-50-1,24-25 1,-25-25 15,25 1-31,1 24 16,24 0-16,0 0 15</inkml:trace>
  <inkml:trace contextRef="#ctx0" brushRef="#br0" timeOffset="27528.3765">3969 9004 0,'0'0'0,"-25"0"0,25-25 31,-25 25-31,25 50 31,0 0-31,0 24 31,-25 0-15,25-49-16,0 25 16,0-25-16</inkml:trace>
  <inkml:trace contextRef="#ctx0" brushRef="#br0" timeOffset="27718.366">3894 8756 0,'0'0'0,"-24"-25"16,-26 0-16,0-24 31,50 24-31,0 0 16,25 25-16,0-25 15</inkml:trace>
  <inkml:trace contextRef="#ctx0" brushRef="#br0" timeOffset="28108.2726">4589 8607 0,'0'0'0,"-25"-25"16,0 1-16,25-1 15,25 50 1,-25-1 0,25 51-1,-25 74 1,-25-125-16,0 100 16,-24-74-16,49 0 0,-25 74 15,25 0 1,25-25-1,24-49 1,26-50 0,-51-25-16,51-25 31,-50 50-31,-1-25 0</inkml:trace>
  <inkml:trace contextRef="#ctx0" brushRef="#br0" timeOffset="28308.2622">4539 9153 0,'0'0'0,"-25"0"0,1 0 0,-26 0 15,0-25 1,100-49 0,74 24-1,0 25 1,-99 25-16,49 0 15</inkml:trace>
  <inkml:trace contextRef="#ctx0" brushRef="#br0" timeOffset="28748.307">6028 8706 0,'0'0'0,"0"-24"16,-25 24-16,25-25 0,-25 25 16,25 99-1,25 25 1,-25 25 15,0-124-31,0 74 16,0-74-16,-25 0 0,0 24 15,25 1 1,0-25-16</inkml:trace>
  <inkml:trace contextRef="#ctx0" brushRef="#br0" timeOffset="28998.2869">5879 8954 0,'0'0'0,"-25"-24"0,0 24 0,-74-75 16,99 50-16,0-24 31,25 24-31,-25 0 0,124-24 0,25-26 31,-25 75-15,-50 0-1,0 25 1</inkml:trace>
  <inkml:trace contextRef="#ctx0" brushRef="#br0" timeOffset="29248.2728">5829 9302 0,'0'0'0,"-25"25"0,0-25 0,1 0 15,48 0 1,51 0 15,-50 0-31,74-25 16,-49 25-16,-26-25 0,51 25 15,-1-25 1,-49 0 0</inkml:trace>
  <inkml:trace contextRef="#ctx0" brushRef="#br0" timeOffset="29868.2356">6424 9004 0,'-24'0'15,"24"-25"-15,24 25 16,1 0 0,25 0-16,-25 50 31,-25-25-31,0 0 0,0 24 0,-25 50 31,-25-49-31,25 0 31,25-75-15,0-25 0,25 50-16,25-99 15,-25 99-15,24-50 16,1 26-1,-25 48 1,-25 51 0,-25-1-1,25-49 1,-50 49-16,25-74 16,25 25-16,-24-25 15,73-49 1,50-51 15,-74 76-31,50-51 16,-51 50-16,1 25 0,25-49 15,0 49 1,-26 25 0,-24 49-1,0 25 1,-49-99-16,49 75 15,-25-75-15,25 24 0,0 26 16,25 24 0,74-24-1,-74-50 1</inkml:trace>
  <inkml:trace contextRef="#ctx0" brushRef="#br0" timeOffset="30268.2122">7590 9153 0,'0'0'0,"-25"-25"0,-24 25 16,24 0-16,-49 0 16,49 25-16,0-25 0,0 74 15,25 1 1,25-26-1,25-24 1,-1-50 0,1-49 15,-50 49-31,0-49 0,0 49 16,0 0-16,0 0 15,0 50 1,0 74 15,0-24-31,25-50 16,-1 24-1,1-24-15,0 0 16,0 0 0,0-25-16</inkml:trace>
  <inkml:trace contextRef="#ctx0" brushRef="#br0" timeOffset="31048.1669">8210 9153 0,'0'0'0,"-24"-25"0,-1 25 0,-25 0 16,1 25-1,49 49 1,0-49-16,0 50 31,24-51-31,-24 1 0,25-25 31,0-25-15,-25 1-16,25-51 16,-25 50-16,25 1 0,-25-1 15,0 0-15,24 0 16,-24 75-1,0-1 1,0 51 0,-24 24 15,24-75-31,-75 100 0,75-99 16,-74 74-16,-26 24 31,1-48-31,25-75 31,49-25-31,0-25 16,25 0-16,0-50 15,75-49 1,24-24 0,25 48-1,-50 51 1,-49 49-16,25 0 15,-25-25-15,-1 25 0,26-25 16,49 0 0,0-49-1,1 0 1,-76 24 0,-24 0-1,-24 50 32,-1 50-47,25 24 31,0 1-15,25-75-16,49 25 16,-49-25-16,0 0 0,24 0 15,-24 0-15,49-25 16,-49 0-16,0 25 15</inkml:trace>
  <inkml:trace contextRef="#ctx0" brushRef="#br0" timeOffset="37797.7687">10740 9327 0,'0'0'0,"0"24"0,0-48 31,25 24-16,0 0 1,25 0 0,-1 0-1,-24 0-15,74 0 16,-74 0-16,74 0 0,25 0 31,-49 0-15</inkml:trace>
  <inkml:trace contextRef="#ctx0" brushRef="#br0" timeOffset="38047.7526">11286 9203 0,'0'-25'16,"0"50"15,-25-25-31,25 24 15,0 1 1,0 0-16,25 25 31,0-1-15,-25 1-16,-25-25 16,0-1-1,1-24-15,-1 25 0,0-25 16,0 0-1</inkml:trace>
  <inkml:trace contextRef="#ctx0" brushRef="#br0" timeOffset="38667.7156">12700 9103 0,'0'0'0,"0"25"31,0 25-16,0 24 1,0-49-16,0 74 16,-25-74-16,0 25 31,1-1-31,-1-24 16,25-50 15,0 0-31,0-74 31,25-25-31,-1-25 31,-24 50-15,50 0 0,0 49-1,-26 50-15,26-25 16,-25 25-16,0 25 15,-1 74 1,-48 1 0,-51-26-1,26-49 1,-51 0-16,76-25 0,-1 0 16,-25 25-16,25-50 31,75 0-31</inkml:trace>
  <inkml:trace contextRef="#ctx0" brushRef="#br0" timeOffset="38897.7049">13097 9079 0,'0'24'31,"25"-24"-15,-25 25-16,24 50 16,1-1-1,-25 0 1,0-24 0,0-25-1</inkml:trace>
  <inkml:trace contextRef="#ctx0" brushRef="#br0" timeOffset="39067.6921">13122 9054 0,'0'0'15,"-50"-50"-15,25 25 0,25 0 16,25 25-1,0 0 1</inkml:trace>
  <inkml:trace contextRef="#ctx0" brushRef="#br0" timeOffset="39317.6774">13543 9178 0,'0'0'0,"25"0"31,0 25-15,49 49-16,1 0 31,-26-24-15,-24-25-1</inkml:trace>
  <inkml:trace contextRef="#ctx0" brushRef="#br0" timeOffset="39487.6686">13841 9277 0,'0'0'0,"0"-25"0,-50 0 0,26 25 16,-26 0-16,0 50 15,26-25 1,-1 24-16,0 26 15,-25-1 1,26 1-16,-26-1 31</inkml:trace>
  <inkml:trace contextRef="#ctx0" brushRef="#br0" timeOffset="39797.6516">14064 9401 0,'0'0'0,"0"-25"16,0 0-16,50 25 0,24-49 16,1-1-1,-75 25 1,-25 25 15,-74 25-15,74 0-16,-25 25 15,25-26-15,25 1 0,0 25 16,50 24-16,49-49 31,0-25-15,-49 0-16</inkml:trace>
  <inkml:trace contextRef="#ctx0" brushRef="#br0" timeOffset="40037.638">14560 9004 0,'0'0'0,"0"-25"16,0 50 15,0 0-31,0 0 0,-24 74 31,24 25-15,-25 25 0,25-124-16,0 49 15,0-49-15,0 0 0</inkml:trace>
  <inkml:trace contextRef="#ctx0" brushRef="#br0" timeOffset="40637.5995">14908 9203 0,'0'0'15,"0"-25"-15,0 0 16,24 25 0,1 0-16,0 0 15,0 25-15,0 0 0,-1 24 16,-24 26-16,-74-26 31,74-24-15,25-75-1,0 26 1,-1 24-16,76-75 16,-76 50-16,26 1 31,0 24-31,-50 49 16,-25 50 15,0-74-31,0 25 0,0-50 0,25 25 15,0-1 1,25-73 0,50-26-1,24-24 1,0 25-16,-74 74 16,0-25-1,0 25-15,-25 25 16,-25 74-1,-25-25 1,50 1 0,-25-50 15,25-1-31,25-24 0,0 0 16</inkml:trace>
  <inkml:trace contextRef="#ctx0" brushRef="#br0" timeOffset="40987.5792">16024 9277 0,'0'0'0,"-25"-25"0,-49 25 16,-50-25 0,74 25-1,75 50 1,49 24-1,-49-74-15,49 25 16,-49-25-16,0 0 16,0-25-16,0-24 15,-25-1 1,0 100 31,0-25-47,0-1 0,0 51 31,24-50-31,1-25 0,50 24 31,-51-24-31</inkml:trace>
  <inkml:trace contextRef="#ctx0" brushRef="#br0" timeOffset="41447.5545">16495 9203 0,'0'0'0,"-25"0"15,-24 0-15,-1-25 16,0 99 0,26 25 15,24-74-31,49 0 0,-49 0 0,25-25 16,0 0-16,25-99 15,-50 24 1,24 1 15,-24 99-15,0 24-1,0-24-15,0 99 16,-24-99-16,-1 99 16,-50 49-1,1-24 1,-1 0-1,51-124-15,-1 0 16,25 0-16,-25-25 16,25-50-1,-25 25 1,0-49-16,25-26 16,75-24-1,-50 100 1,49-51-16,-49 50 0,0 1 15,-1-1 1,1 0-16</inkml:trace>
  <inkml:trace contextRef="#ctx0" brushRef="#br0" timeOffset="41807.4687">16892 9327 0,'-50'-25'15,"26"25"-15,24-25 16,24 75 0,1-1 15,-25-24-31,25 25 0,-25-26 0,0 1 16,0 0-16,0 0 15,25-25 1,49-75 15,25 1-31,-74 49 16,50 0-1,-51 25-15,1 0 0,-25 25 16,-25 74-16,-24 25 31,24-49-15,50-75-1</inkml:trace>
  <inkml:trace contextRef="#ctx0" brushRef="#br0" timeOffset="41987.52">17487 9327 0,'0'0'0,"-25"0"0,-24 0 0,24 24 31,25 26-31,-25 0 0,25-26 0,0 26 15,0 24 1,0 1-16</inkml:trace>
  <inkml:trace contextRef="#ctx0" brushRef="#br0" timeOffset="42137.5134">17487 9079 0,'0'0'16,"0"-25"-16,-25 0 0,25 0 0,0-25 31,25 50-31,0 25 16</inkml:trace>
  <inkml:trace contextRef="#ctx0" brushRef="#br0" timeOffset="42357.4231">17884 9079 0,'0'0'0,"0"24"16,-25-24 0,1 75-1,-26 49 1,50 0-1,-25-75-15,25 26 16,0-50-16,0-1 16,0 26-16,0-25 15</inkml:trace>
  <inkml:trace contextRef="#ctx0" brushRef="#br0" timeOffset="43367.3707">17735 9500 0,'0'0'16,"0"-25"-16,0 1 16,100-1-1,-1 0 1,25 25 0,-99 0-16,24-25 15,-49 0-15,25 25 16,-25-24-1,0 48 17,-25-24-32,25 50 15,-25 24 1,50-49 0,25-25-1,-1 0 1,-24-49 15,0 24-31,-25 50 31,0-1-15,25 51 0,49-26-1,25-24 1,26-25-1,-101 0-15,51-25 16,-50 25-16,-1-49 16,1 24-16,0-25 31,-25 26-31,-50 48 16,-24 26 15,49-50-31,0 50 0,25-26 0,0 1 15,25-25 1,0-25 0,0 1-1,-25-51 1,49-24-16,-49 74 16,25-49-1,0 24-15,-25 25 0,25-49 16,0 49-1,-25 50 1,-25 25 0,-25 24 15,25-49-31,1 49 0,24-49 0,0 0 16,-25 49-16,50-24 31,49-25-31,0-50 31,1-25-15,-50 25-16,24-24 15,-49 24-15,0 0 0,25-24 16,-25 24 0,-50 50-1,1 49 1,24 0-1,25-24 1,25-25-16,74 0 16,-74-1-16,124 1 31,74 0-31</inkml:trace>
  <inkml:trace contextRef="#ctx0" brushRef="#br0" timeOffset="43787.4139">19993 9500 0,'0'0'0,"-25"0"0,0 0 16,-25 0-16,75 0 31,0 0 0,99 0-15,-99 0-16,74 0 15,-49-25-15,-26 25 0,76 0 16,-26 0 0,-49-24-1,0-1-15</inkml:trace>
  <inkml:trace contextRef="#ctx0" brushRef="#br0" timeOffset="44017.4001">20414 9327 0,'0'0'0,"-25"0"0,1 0 16,24 24 15,24 1-31,1-25 0,25 99 31,-50-74-31,25 0 16,-75 49-1,0-24 1,-24-25 0</inkml:trace>
  <inkml:trace contextRef="#ctx0" brushRef="#br0" timeOffset="44887.3507">21456 9575 0,'0'-25'15,"25"25"-15,0-25 0,-1 25 16,1-50 0,25 1-1,-50 24 1,25-25-16,-1 26 0,1-1 15,-25 0 1,25-49 0,-25 24-1,0 0 1,-25 50 0,0 25-1,1 50 1,24-51-16,0 100 15,0-99-15,49 74 16,1 25 0,-50 0-1,0-99-15,0 50 16,0-51 0,0 1-16,-25-25 0,25 25 31,-25-25 0,25 25-15,-25-25-16,25 25 15,-24-25-15,-1 0 0,0 24 16,-49-24 0,24 25-1,75-25 16,24 0-31,-24 0 16,0 0-16,99-25 16,-99 25-16,49-24 15,26 24 1,-76-25 0</inkml:trace>
  <inkml:trace contextRef="#ctx0" brushRef="#br0" timeOffset="47617.1205">22498 9227 0,'0'0'16,"-25"0"0,25-24-1,25-1 1,-25 0-16,25 25 31,-25-25-15,-25 50-1,25 0 1,-25 74 0,0 0-1,0-24 1,1-1-1,24-24 1,0-26 0,24-24 31,-24-24-47,50-1 31,-25 0-31,24 0 0,-24 0 15,0 25 1,0 0-16,24 0 16,-24 0-16,0 25 15,-25 25 1,25-1 0,-25-24-16,0 25 15,0-25-15,-25-25 0,25 24 16,-25-24-16,-49 0 15,49 0-15,-49-49 16,49-1 0,25 1-1,25 49-15,-1 0 16,1-25-16,0 25 16,0 0-16,74 0 31,0 0-31,1 0 31,-26-25-15,-24 0-1,-26 25-15,-24-25 16,25 1-16,-50 48 31,1 1-15,24 25-1,0-1 1,0-24-16,49 0 16,-24 0-16,49-25 15,26 0 1,-26-50 0,0-24 15,-49 49-31,25-49 0,-50 49 0,25 0 15,-1-25 1,-24 26-16,25-51 16,-25 50-1,0 50 32,-25-25-47,25 50 16,0-25-16,0 99 15,0-100-15,0 100 16,0 25 0,25-25-1,-25-99-15,25 0 0</inkml:trace>
  <inkml:trace contextRef="#ctx0" brushRef="#br0" timeOffset="47807.102">23614 9649 0,'0'0'0,"50"0"0,-50-25 16,24 25-16,76-25 16,-76 25-16,76 0 15,-26 0 1,-49-24-16</inkml:trace>
  <inkml:trace contextRef="#ctx0" brushRef="#br0" timeOffset="48007.0907">22994 9227 0,'0'0'0,"-25"-24"0,25-1 0,25 0 31,49 25-15,-24 50-16</inkml:trace>
  <inkml:trace contextRef="#ctx0" brushRef="#br0" timeOffset="51466.9625">21853 10740 0,'25'0'15,"-25"-24"-15,0-1 16,0 0 0,-25 25-1,0 0 1,0 0-16,1 0 31,-1 0-15,-25 25-1,0 0 1,50-1-16,-24 26 16,24-25-16,24 49 15,51 1 1,-1-26-1,-24-49 1,-25 0-16,0-25 16,-1 1-16,-24-1 15,0 0-15,25-74 16,-25 24 0,-25 26 15,1 24-31,-1 50 31,25 0-15</inkml:trace>
  <inkml:trace contextRef="#ctx0" brushRef="#br0" timeOffset="52006.8555">22870 10666 0,'0'0'0,"25"0"16,-25-25-16,0 0 16,25 25-1,-1 0 1,-24 25 0,25 0-1,0 25 1,-25-26-1,0 1 1,0 0-16,0 0 16,-25-25-16,0 0 15,1 0-15,-26-25 16,25 0 0,0 0 15,25-24-31,25-1 31,0 50-31,25-25 16,-26 25-16,26-24 15,24 24 1,1 24-16</inkml:trace>
  <inkml:trace contextRef="#ctx0" brushRef="#br0" timeOffset="52356.8324">23416 10592 0,'0'0'0,"24"0"0,1 0 16,0 0 0,-25 24-16,25 26 31,-25 0-31,25-1 31,-25 1-15,-50-1-1,0-49 1,50-74 0,25 24-1,50 1 1,24-1-1,-25 25 1,-24 25 0,-25 25-1</inkml:trace>
  <inkml:trace contextRef="#ctx0" brushRef="#br0" timeOffset="53356.7764">24482 10740 0,'0'0'0,"-25"-24"16,1-1-16,73 0 31,1 0-15,-1-24-1,-24 24 1,-25 0-16,25-25 16,-25 26-16,0-1 15,0 0 1,0 50 31,0 0-32,0-1-15,-25 1 16,25 50 0,-25 24 15,1 0-31,24-74 0,0 49 31,0-49-31,0 0 0,-25 49 16,0 1-1,0-26 1,0-24 0,1-25 30,-1 0-46,-50-25 16,1 25 0,49 25-1,25 0 1,25-25 0,74 0 15,0 25-31,1-25 31,-26 25-15,0-25-1,-49 0 1,0 0 0,-50-25 46,0 25-46,1 0-16,-1-50 0,0 25 15</inkml:trace>
  <inkml:trace contextRef="#ctx0" brushRef="#br0" timeOffset="55016.6748">1712 11237 0,'0'0'0,"0"-25"0,0 0 15,0 0 1,24 0 0,1 25 15,25 0-31,24-25 31,-49 75-15,25 49-16,-50 1 31,0-76-31,0 76 16,-25-76-16,0 26 15,-49 24 1,-1-24-1,26-25 1,49 0-16,-25-25 16,25-50-1,0 25-15,25-24 16,24-1 0,-24 50 15,0 25-31,0-25 0,-1 49 31,-24-24-31,25 0 0,0 49 16,25 1-16,-1-1 31,26-24-15</inkml:trace>
  <inkml:trace contextRef="#ctx0" brushRef="#br0" timeOffset="55606.6409">2877 11261 0,'0'0'0,"0"-24"0,0-1 16,0 0-16,25 25 16,-25 25-16,25 0 31,-25 24-31,0 50 16,0-74-16,-25 99 15,0 0 1,1-25-1,-1-24 1,25-50 0,0-50-1,49 0 1,26-74 0,-26 74 15,26 0-31,-50 50 31,-1 0-31,1 24 16,-25-24-16,0 25 0,0-25 31,-25 24-15,1-49-1,-1 0-15,-25 0 16,25-25-16,1 1 15,-1-1 1,25 0 0,0 0-1</inkml:trace>
  <inkml:trace contextRef="#ctx0" brushRef="#br0" timeOffset="56136.6127">3621 11509 0,'0'0'0,"-24"0"16,-1 0-16,0 0 16,25 25 15,25 0-16,-25 74 1,-50 25 0,50-25-1,-25-49 1,1-50-16</inkml:trace>
  <inkml:trace contextRef="#ctx0" brushRef="#br0" timeOffset="56316.6008">3671 11311 0,'0'0'0,"-25"0"0,0-25 0,1 25 15,-51-49 1,100 24-1,0 25 1</inkml:trace>
  <inkml:trace contextRef="#ctx0" brushRef="#br0" timeOffset="56686.6513">3994 11311 0,'0'-25'31,"0"0"-31,0 1 0,0 48 31,0 1-15,24 74-1,1 50 1,-25 0 0,0 0-1,-25-50 1,25-74-16,0 24 16,50-49-16,-25 0 31,49-49-31,-49 24 15</inkml:trace>
  <inkml:trace contextRef="#ctx0" brushRef="#br0" timeOffset="56856.5687">4142 11757 0,'0'0'15,"-24"0"-15,-1 0 0,-74-49 16,74 24-1,50 25 1,-25-25-16,74 25 16,-49 0-16,24-25 15</inkml:trace>
  <inkml:trace contextRef="#ctx0" brushRef="#br0" timeOffset="57206.5494">5283 11336 0,'0'0'0,"0"-25"0,25 25 16,-50 25 15,25 0-31,0 74 16,-24-74-16,24 74 16,0-74-16,0-1 0,0 26 31,0 24-31,0-24 31</inkml:trace>
  <inkml:trace contextRef="#ctx0" brushRef="#br0" timeOffset="57416.5326">5259 11584 0,'0'0'0,"-25"-25"0,25 0 0,-50-74 16,25 74-16,25-24 16,0 24-16,25 0 0,0-25 15,74 26 1,-24 24 0,-1 0 15,-24 24-31</inkml:trace>
  <inkml:trace contextRef="#ctx0" brushRef="#br0" timeOffset="57666.5938">5209 11906 0,'0'0'0,"-25"25"0,0-25 0,1 25 15,-26 0 1,75-25 0,49 0-1,1 0 1,-51 0-16,26-25 16,-25 25-16,-25-25 0,49 25 31</inkml:trace>
  <inkml:trace contextRef="#ctx0" brushRef="#br0" timeOffset="58216.4982">5705 11683 0,'0'0'0,"0"-25"16,0 50-1,0 0 1,25 49-1,-25 1 1,0-26 0,0-24-1,-25-25 1,25-25 0,74-49 15,1-1-31,-50 75 0,0-24 31,-1 24-31,1 0 0,-25 24 16,25 26-16,-25 0 31,-25-1-15,0-24-1,25-50 1,50-49-1,49-1 1,-24 26 0,-26 24-1,-24 50 1,0 74 0,-25-25 15,-50 1-31,25-26 31,100-24-15,-26-25-16</inkml:trace>
  <inkml:trace contextRef="#ctx0" brushRef="#br0" timeOffset="58586.5399">6821 11733 0,'-49'0'0,"24"0"16,0 0-16,0 0 16,0 0-16,25 74 15,0-49-15,0 24 16,25 1 0,0-25 15,0-25-31,-25-25 31,0 0-31,0-24 16,0 24-16,0-25 0,25 25 31,-25 75-15,0 24-1,0 26 1,0-76-16,0 51 15,0-50-15,0-1 16,49-24 0</inkml:trace>
  <inkml:trace contextRef="#ctx0" brushRef="#br0" timeOffset="59256.4252">7193 11881 0,'0'0'0,"-24"0"0,-1 0 0,-25 25 16,1-25-16,73 25 31,100-50-15,-74-24-1,-25-26 1,-25 50-1,0 50 1,0 50 0,-25-51-16,0 125 15,25-124-15,-25 99 16,-24 25 0,-26 25 15,-49-26-31,100-123 0,-76 25 31,75-25-31,1-25 16,-1 0-16,25-25 0,0-25 15,74-24 1,26-50 0,48 0-1,-48 49 1,-76 51-16,51-26 15,-50 50-15,49-25 16,25-49 0,25-1-1,-25 1 1,-74 74-16,25-25 16,-50 50 15,-50 74-31,25 0 31,50-24-15,99-50-16,-99-25 0,74 0 31,-49 0-31,0 0 0,-1 0 0</inkml:trace>
  <inkml:trace contextRef="#ctx0" brushRef="#br0" timeOffset="59766.4707">9277 12080 0,'0'0'0,"-25"0"0,0 0 16,25-25-16,-24 25 16,48 0 15,1 25-16,25-25 1,74 0 0,25 0-16,-25-25 31,-75 0-15,-24 25-1</inkml:trace>
  <inkml:trace contextRef="#ctx0" brushRef="#br0" timeOffset="59986.4574">9723 11956 0,'0'0'0,"-49"-25"16,24 25-16,0 0 15,25 25 17,0 24-32,50 51 31,-25-26-31,-1 1 31,-24-51-31,-49 26 16,-26-25-16,-24 0 0,-25-1 15</inkml:trace>
  <inkml:trace contextRef="#ctx0" brushRef="#br0" timeOffset="62786.291">11112 11857 0,'-24'24'62,"24"1"-62,-25 0 16,25 25-16,-25-1 0,-25 75 31,50-74-31,0 24 16,0-24-16,0 0 15,0-26-15</inkml:trace>
  <inkml:trace contextRef="#ctx0" brushRef="#br0" timeOffset="63066.2743">11088 12055 0,'0'0'0,"0"-50"0,0 26 0,-25-100 31,50 0-31,49 49 31,-49 50-31,49 25 16,-24 0-16,24 0 0,-49 50 31,-50 49-15,-123 25-1,23-49 1,101-75-16,-51 24 15</inkml:trace>
  <inkml:trace contextRef="#ctx0" brushRef="#br0" timeOffset="63306.1854">11534 11956 0,'0'49'16,"0"1"-16,0-25 16,0 24-16,0 51 31,25-100-31,-25 74 16,0-49-16,25 0 15,-25 0 1</inkml:trace>
  <inkml:trace contextRef="#ctx0" brushRef="#br0" timeOffset="63486.2497">11633 11981 0,'0'0'16,"-24"-25"-16,24 0 0,-25 0 0,25 0 31,0 1-15,49 24-16</inkml:trace>
  <inkml:trace contextRef="#ctx0" brushRef="#br0" timeOffset="63716.2364">11931 12030 0,'0'0'0,"-25"0"0,50 25 32,25 0-32,74 74 31,-75-49-31,-24 24 31,-25-49-15</inkml:trace>
  <inkml:trace contextRef="#ctx0" brushRef="#br0" timeOffset="63886.1529">12229 12204 0,'0'-75'15,"0"51"-15,-25-1 16,-25 25-1,1 49 1,-1 26 0,50-50-16,-50 49 15,26-24-15,-51 24 16,26 1 0</inkml:trace>
  <inkml:trace contextRef="#ctx0" brushRef="#br0" timeOffset="64406.1203">12452 12278 0,'0'0'0,"25"0"0,-25-24 0,74-26 16,-74 25-16,50-25 15,-50 26-15,0-26 16,-25 25 0,-25 25-1,1 75 1,24 49 0,25-99-16,0 49 31,0-49-31,25 0 0,0-1 0,74 1 31,-25-74-15,-24-26-16,-25-24 31,-25 74-31,0-74 16,0 24-16,0-24 15,24 25 1,-24 99 15,0-1-15,0 26-16,0-25 0,0 99 15,-24-99-15,24 24 0,0 51 16,-25-1 0,25-50-1</inkml:trace>
  <inkml:trace contextRef="#ctx0" brushRef="#br0" timeOffset="65056.0823">13395 12129 0,'0'0'0,"0"-24"0,0-1 16,24 0 0,1 50 15,-25 99-31,-25 0 31,25-74-15,-24-1-16,24-74 31,24 1-15,1 24-16,50-100 15,-51 76-15,26-26 16,0 25-1,-26 50 1,-24 74 0,0-74-16,0 0 15,0 0-15,-24-25 0,48-25 32,1 0-1,74-74-31,1 24 31,-76 75-31,1 0 16,0 0-16,-25 25 0,0 0 0,0 74 31,-50 0-15,50-49-1,-24-25 1,24 0-16,49-25 15</inkml:trace>
  <inkml:trace contextRef="#ctx0" brushRef="#br0" timeOffset="65386.1373">14436 12303 0,'0'0'15,"-24"0"-15,-26-25 0,25 25 16,-74 0-16,99 25 31,0 0-15,25 25-16,24-26 31,1-24-15,-50-24-16,25-26 15,0 50-15,-25-25 16,24 0-1,-24 75 1,25 24 0,-25-49-16,25 0 15,0 0-15,0-25 0,-25 25 16,24-25 0</inkml:trace>
  <inkml:trace contextRef="#ctx0" brushRef="#br0" timeOffset="65836.1108">14908 12254 0,'0'0'0,"-25"0"16,25-25-16,-75 25 0,26 25 31,24 49-15,50-49-1,24-25 1,-24-25-1,-25 0-15,25-49 16,0 74-16,-25 25 31,0-1-31,0 76 16,-25 24 0,25-75-16,-25 50 31,0-74-31,1 0 0,-26 74 0,-49-24 31,0-26-15,49-24-16,50-99 31,50-1-15,24 1-1,0 24 1,26 1-1,-51-1 1,-24 25-16</inkml:trace>
  <inkml:trace contextRef="#ctx0" brushRef="#br0" timeOffset="66186.0929">15180 12229 0,'0'0'0,"-49"0"31,49 25-31,0-1 16,0 26-16,49 24 31,-49 1-15,0-50-1,0-50 16,0 0-31,50-25 16,0 1 0,-26 49-1,1 99 1,-25-25 0,0-49-16,0 0 31,0 0-31</inkml:trace>
  <inkml:trace contextRef="#ctx0" brushRef="#br0" timeOffset="66356.0051">15627 12229 0,'0'-25'16,"-50"25"-16,26 0 15,24 74 1,0 1-1,0-1 1,0-49 0,0 0-16</inkml:trace>
  <inkml:trace contextRef="#ctx0" brushRef="#br0" timeOffset="66536.0699">15577 12080 0,'0'0'0,"-24"-50"16,24 1-16,0-100 0,49 50 31,1 123-15,-25 26-1,-25-25-15</inkml:trace>
  <inkml:trace contextRef="#ctx0" brushRef="#br0" timeOffset="66755.9818">15999 11881 0,'0'0'16,"-25"0"-16,25-24 0,-25 24 31,25 24-31,0 100 0,25-99 15,-25 99 1,0 50 0,-49-50-16,-1-50 31,25-74-31,0 25 0</inkml:trace>
  <inkml:trace contextRef="#ctx0" brushRef="#br0" timeOffset="67735.9991">15974 12378 0,'0'0'0,"-25"24"0,50-24 31,0 0-31,99-24 16,-50-26 15,-24-24-31,-50 98 31,-25-24-15,25 25-16,-25 25 0,25-25 15,0-1 1,25 1 0,25-50-1,24-24 1,-49-1-1,0 50-15,0-25 16,-25 50-16,0 0 16,0 0-1,0 49 1,49-49 0,1-25 15,-25-25-31,24 0 0,-24 1 15,25-1 1,24-25 0,-99 50-1,1 25 1,24 0-16,-50 0 16,50-1-16,-25-24 0,25 25 15,25 0 1,49-25-1,-49-50 1,0-24 0,-25 49-16,0-49 15,0 24-15,0 25 0,0-74 16,74-50 0,-24 50 15,-25 49-31,-25 75 31,0 25-31,0 24 16,0-49-16,-25 25 0,0 74 0,0 49 31,25-49-15,25-74-1,25-50 1,-25-50-16,49 1 15,-49 49-15,0-25 0,24-49 16,26-1 0,-51 1-1,-73 74 1,-50 74 0,99-49-16,-25 25 31,25-26-31,0 1 0,25 0 0,49 0 31,25-25-15,100 0-16,-150 0 0</inkml:trace>
  <inkml:trace contextRef="#ctx0" brushRef="#br0" timeOffset="68205.8967">18058 11981 0,'0'0'0,"0"-25"0,0 0 15,49 0 1,75 25 0,-24 0-1,-51 75 1,-49-51-16,-49 76 15,49-76-15,-25 1 0,-50 50 16,-49 24 0,75-49-1,24-26 1,124-24 0,-74 0-16,74 0 31,-74 0-31,0 0 0,24 0 0,51 0 31,-76-24-31</inkml:trace>
  <inkml:trace contextRef="#ctx0" brushRef="#br0" timeOffset="69005.8486">19025 12005 0,'0'0'0,"-25"0"0,25-24 16,25 48-1,-25 1 1,0 99 0,0-24 15,0-1-31,0-74 31,50-1-15,24-24-16,-49 0 31,-75 50-15,-24 24-1,-25-49 1,74 0-16,0-25 15,0 0-15,25-25 16,0 0-16,75 1 16,49-26-1,0-24 1,0-1 0,-75 50-16,26-49 31,-50 49-31,-1 0 0,26-24 0,-50-1 31,0 75-15,-25 24-16,25 26 31,25-25-15,74-26-1,-24-24 1,24-49-1,25-51 1,-25-24 0,-74 75-16,25-26 15,-26 51-15,-24-1 0,25 0 16,-50 50 15,1 0-15,-26 49-16,0 50 31,26-99-31,-1 99 16,25-74-16,-25-26 0,25 76 0,25-51 31,0-24-31</inkml:trace>
  <inkml:trace contextRef="#ctx0" brushRef="#br0" timeOffset="69155.8404">20241 12129 0,'0'0'0,"-25"-24"15,50-1-15,24 0 16,75 25 0,-99-25-16,49 25 15</inkml:trace>
  <inkml:trace contextRef="#ctx0" brushRef="#br0" timeOffset="69315.8335">19844 11807 0,'0'0'0,"-25"0"0,25 25 16,74 24-1</inkml:trace>
  <inkml:trace contextRef="#ctx0" brushRef="#br0" timeOffset="86464.8207">21853 12378 0,'-25'-25'16,"25"0"0,25 25-1,0-25 1,0 0 0,-25 1 15,-25 24-16,25 24 17,-25 1-32,-25 50 31,26 24-15,24-74-16,0 24 15,0-24-15,0 0 0,24-25 16,51 25-1,-1-25 1,-24-50 0,-25-24-1,-25 49-15,0-25 16,0 25-16,0 1 16,-25-26-16,-25 25 31,25-24-31,-24 49 15,-1 0 17,50 24-32,-49 1 0</inkml:trace>
  <inkml:trace contextRef="#ctx0" brushRef="#br0" timeOffset="87154.7787">22671 12154 0,'-24'0'63,"24"25"-48,-25-25-15,0 25 0,-49 49 32,49-49-32,0 25 0,25-25 0,0-1 15,0 1 1,50 0 0,-1-25-1,26 0 1,-1-50-1,-49 1 1,-50-26 0,-25 26-1,1-1 1,49 25 0</inkml:trace>
  <inkml:trace contextRef="#ctx0" brushRef="#br0" timeOffset="87684.7466">23391 12576 0,'0'0'0,"0"25"31,25 0-31,-25-1 16,24 51 0,-73-1 15,-26-49-31,51-25 15</inkml:trace>
  <inkml:trace contextRef="#ctx0" brushRef="#br0" timeOffset="88164.7232">24358 12105 0,'0'0'0,"-25"0"0,1 0 0,-1 0 0,0 24 32,0-24-32,0 75 0,25-50 0,0 0 15,0 24 1,50 1 0,24-25-1,1-25 1,-26-25-1,-49-50 1,0 1 0,-24 74-16,-26-75 15,25 51-15,0 24 16,1 0 0,48 0 15</inkml:trace>
  <inkml:trace contextRef="#ctx0" brushRef="#br0" timeOffset="88414.7774">24954 11956 0,'0'0'0,"0"-25"0,-25 25 0,25 25 31,0 49-15,25 50-1,-25-74-15,24 49 16,-24-74-16,25 0 16,-25 49-16,0 1 31,0-26-31</inkml:trace>
  <inkml:trace contextRef="#ctx0" brushRef="#br0" timeOffset="88634.7643">25549 12477 0,'0'0'0,"-25"0"0,25 25 16,0-1-1,0 26 1,-25 24 0,0-74-16,-24 75 15,24-50-15,-25-1 16</inkml:trace>
  <inkml:trace contextRef="#ctx0" brushRef="#br0" timeOffset="89134.6833">26615 11857 0,'-24'0'0,"-1"0"15,25-25 1,-25 25-16,-25 99 15,1 25 17,49 0-32,25-99 0,24 25 31,1-26-31,49-24 16,0-24-1,-49-51 1,-50-24-1,0 74-15,-25-49 16,-25 49-16,26 0 0,-26 25 16,0-25-1,26 0 1</inkml:trace>
  <inkml:trace contextRef="#ctx0" brushRef="#br0" timeOffset="89634.7056">27285 11857 0,'0'0'0,"0"-25"15,25 25-15,49 0 32,1 0-32,-50 0 0,24 49 31,-24-24-31,0 25 16,-50 74-1,-49-25 1,-1-49-1,50-25 1,50-25 0,25 0-16,24-25 15,-24 25-15,24 0 16,1 0 0</inkml:trace>
  <inkml:trace contextRef="#ctx0" brushRef="#br0" timeOffset="89804.6203">28029 12204 0,'0'0'0,"-49"25"0,49 0 15,0-1 1,-25 26 0,25 24-1,-25-24 1,25-25-16,-25 0 15</inkml:trace>
  <inkml:trace contextRef="#ctx0" brushRef="#br0" timeOffset="90604.5728">29021 11733 0,'0'24'0,"-24"-24"15,-1 0 1,0 0 0,0 0-1,25 25-15,-25 0 16,1 0-16,24 0 16,-25 24-16,25 50 31,25 1-31,49-51 15,0-49 17,1-49-32,-50-1 31,0 25-31,-25-74 16,0 74-16,-25-49 15,-25 24 1,0 50-1,1 0 1,24 0 0,0 0-16,25 25 0</inkml:trace>
  <inkml:trace contextRef="#ctx0" brushRef="#br0" timeOffset="95564.358">21927 12551 0,'0'0'0,"0"-25"0,-24 25 0,24-24 31,0-1-31,0 0 0,24 25 15,1 0-15,0 0 32,-25 25-1,0 0-15,-74 24-1,49-49-15,-25 25 16,25-25-16,25 25 0,-49-25 15,24-50 1,25 25 0,0 1-1,25 24 32,0 0-31,49 0-16,50 0 15,25 0 17,99 0-32,-174 0 0,149-25 31,-123 25-31,-26-25 0,149 0 16,75 0-1,-25 25 1,-25-24-1,50 24 1,-224-25-16,174 0 16,-174 0-16,26 0 0,197-24 15,75-26 1,-24 26 0,-100-1 15,-50 25-31,-148 25 0,74 0 15,-99 0-15,24-25 0,75 25 32,75-24-32,-26-1 31,-24 0-15,-25 0-1,-99 0-15,49 1 16,-49 24-16,0 0 0,49-25 15,26 0 1,-1 25 0,-25 0-1,1 0 1,-51 0-16,26 0 16,-25 0-16,0 0 0,24 0 31,50-25-31,26 25 15,48 0 17,-24 0-32,-124 0 0,24 0 31,-24 0-31,0 0 16,0 0-1,74 0 1,75 0-1,-50 0 1</inkml:trace>
  <inkml:trace contextRef="#ctx0" brushRef="#br0" timeOffset="95764.343">28972 11832 0,'25'0'16,"-1"0"0,-24-25-16,75 0 0,49 25 31,25 0-15,0 0-1</inkml:trace>
  <inkml:trace contextRef="#ctx0" brushRef="#br0" timeOffset="96664.2952">21803 13469 0,'0'0'0,"-49"0"15,-26 25-15,26-25 32,49 25-32,0-1 0,0 51 31,0-50-31,0-1 0,49 26 16,1-25-1,49-25 1,-49 0-1,-25-50 1,-25 25-16,-25-24 16,25 24-16,-25 25 0,-49-50 15,24 26 1,75 24 15,0 0-31,49-25 16</inkml:trace>
  <inkml:trace contextRef="#ctx0" brushRef="#br0" timeOffset="96984.2729">22324 13370 0,'0'0'0,"-25"0"16,-49 25-1,49-1-15,-49 1 16,49 0-16,0 0 0,25 24 15,0 1 1,75-50 0,24 0-1,0-50 1,-49 1 0,-50-26-1,-50 26 1,-49 24-1,24 25 17,51 0-32,24 25 0</inkml:trace>
  <inkml:trace contextRef="#ctx0" brushRef="#br0" timeOffset="97254.1889">22944 13692 0,'0'0'0,"-24"0"0,24 50 16,0-25-16,-50 24 15,50-24-15,-25 0 0,-24 24 32,-1 26-32,0-26 31,25-49-31</inkml:trace>
  <inkml:trace contextRef="#ctx0" brushRef="#br0" timeOffset="97654.1568">23738 13419 0,'0'0'0,"-25"-24"0,-24 24 15,-51 24-15,26 51 32,49-1-32,25-49 0,25 49 31,25-49-31,-26 0 0,26-25 16,24 0-1,1-50 1,-50 1-1,-50-26 1,0 51-16,-49-26 16,49 25-16,0 25 0,-49-25 15,24 25 1,50 25 0,74 0-1</inkml:trace>
  <inkml:trace contextRef="#ctx0" brushRef="#br0" timeOffset="97904.1414">24209 13271 0,'0'0'0,"-24"0"0,-1 0 0,0-25 16,25 50-1,0-1 1,0 100 0,50 0-1,-26 25 1,-24-124-16,0 49 16,0-49-16,0 0 0</inkml:trace>
  <inkml:trace contextRef="#ctx0" brushRef="#br0" timeOffset="98164.2038">24656 13841 0,'0'-25'0,"25"50"31,-25 0-31,24 0 16,-24-1-16,0 76 15,-24-76-15,-26 51 16,-24-26 0,-1-24-1</inkml:trace>
  <inkml:trace contextRef="#ctx0" brushRef="#br0" timeOffset="98454.11">25152 13345 0,'0'0'0,"-25"0"0,25-25 16,0 75-1,25-25 1,-25-1-16,25 100 16,0-99-16,-25 0 0,24 99 15,-24-25 1,0-49-1,25-50 1</inkml:trace>
  <inkml:trace contextRef="#ctx0" brushRef="#br0" timeOffset="98814.1627">25747 13444 0,'0'0'0,"-25"0"0,1 0 16,-1 0-1,25 50 1,0 24 0,25 1-1,24-51 1,-49 1-16,50-25 15,-25 0-15,-1-49 0,1 24 32,0-50-32,0 26 31,-100-1-15,26 50-1,24 0 1</inkml:trace>
  <inkml:trace contextRef="#ctx0" brushRef="#br0" timeOffset="99034.1502">26467 13717 0,'0'0'0,"-25"25"0,25 0 32,0 24-32,0-24 0,-50 25 31,50-26-31,-25 1 0,-24 25 16,-26-1-1,51-49 1</inkml:trace>
  <inkml:trace contextRef="#ctx0" brushRef="#br0" timeOffset="99334.1319">27211 13122 0,'0'0'0,"0"24"31,0 51-15,49 24-1,-24 0 1,-25-74-16,0 50 15,0-51-15,0 1 16,0 0-16</inkml:trace>
  <inkml:trace contextRef="#ctx0" brushRef="#br0" timeOffset="99514.0492">27632 13097 0,'0'0'0,"-24"25"16,24-1 0,-25 76-16,25-51 0,0 75 31,0-74-31,0 0 0,-25 98 16,-25-24-1</inkml:trace>
  <inkml:trace contextRef="#ctx0" brushRef="#br0" timeOffset="183679.0772">1513 13345 0,'25'-25'0,"-25"0"16,25 25 0,-1-49-1,1 49 1,25-25 0,-25 0-1,24 25 1,-24 0-16,0-25 15,0 25-15,0 0 0,-1 0 16,26 25 0,-25 25-1,-25 24 17,-50 25-32,25-74 15,-24 50-15,24-51 0,0 1 0,0 50 31,-24-1-31,24 0 32,25-24-17,0 24 1,0-49-16,25 25 16,0-25-16,-1-1 15,-24 1-15,25 0 16,0-25-1,0-25 1,-25-49 0,0-25-1,0 74-15,0-74 32,-25 74-32,0-50 0,-24 26 15,-1-1 16,0 1-31,25-1 32,1 0-17,-1 26 1,25-26 0,0 25-1,0 0 1</inkml:trace>
  <inkml:trace contextRef="#ctx0" brushRef="#br0" timeOffset="184249.1158">2307 12973 0,'0'0'16,"0"25"-16,0-1 31,25 26-31,-25 49 16,0 50-1,-25 25 1,0-25 0,25-125-1,0 51-15,0-50 0,0-1 32,25-24-32,0-24 15,24-51 16,26 1-31,-51 74 16,26-25 0,-25 25-16,0 0 0,-25 25 15,24 49 1,-24 25 0,-74 1-1,-25-51 1,74-24-16,-49-25 15,49 0-15,-25-25 16,50-49 0,25-1-1,25 1 1</inkml:trace>
  <inkml:trace contextRef="#ctx0" brushRef="#br0" timeOffset="184499.1022">2803 13519 0,'0'24'31,"0"1"-31,25 0 16,-25 49-1,0 26 1,0-26 0,0-49-1,0 0-15,0-1 0</inkml:trace>
  <inkml:trace contextRef="#ctx0" brushRef="#br0" timeOffset="184679.0905">2902 13295 0,'0'0'0,"-25"0"0,1 0 16,-1 0-16,0 0 15,25-24 1,0-1-1</inkml:trace>
  <inkml:trace contextRef="#ctx0" brushRef="#br0" timeOffset="184999.0176">3423 13146 0,'0'0'16,"-25"0"-16,0 0 0,1 0 16,-1 25-1,0 0 1,25 0-16,0 74 16,-25-74-16,25 0 0,0 74 15,0 25 1,25 0-1,25-25 1,-26-49 0,1-25-1,0-25 1</inkml:trace>
  <inkml:trace contextRef="#ctx0" brushRef="#br0" timeOffset="185179.061">3373 13618 0,'0'0'0,"-24"0"0,-1 0 0,0 0 15,0 0 1,50-25 0,49 0-1,26-24 1,-76 24-16,26 0 15</inkml:trace>
  <inkml:trace contextRef="#ctx0" brushRef="#br0" timeOffset="185609.038">4638 13345 0,'0'0'0,"-24"-25"16,-1 25-1,25 25 17,-25 74-32,25 25 15,-25 0 16,25 25-31,0-124 16,0 49 0,0-49-16,0 0 0,0 0 15</inkml:trace>
  <inkml:trace contextRef="#ctx0" brushRef="#br0" timeOffset="185848.9639">4440 13593 0,'0'0'0,"0"-25"0,-25 25 0,25-49 32,0-26-32,25 50 15,25-24-15,-26 24 0,1 25 0,50-25 31,-26 0-31,26 25 32,-51 25-32</inkml:trace>
  <inkml:trace contextRef="#ctx0" brushRef="#br0" timeOffset="186059.01">4490 13990 0,'0'0'16,"-25"25"-16,25-1 0,-25-24 15,25 25-15,25-25 32,49-25-32,50 1 15,-49-1 16,-26-25-31</inkml:trace>
  <inkml:trace contextRef="#ctx0" brushRef="#br0" timeOffset="186578.9788">5060 13692 0,'0'25'16,"0"0"-16,25 0 15,0 49 1,-25 25 0,-25-24-1,-25-26 17,26-49-32,48-49 15,-24 24-15,100-50 31,-76 51-31,1-1 0,25 25 32,-1 0-17,-24 49 1,-25 26 0,0-50-1,-25-25 1,25-50-1,75-24 1,-26-1 0,-24 50-1,25 25-15,-25 0 0,-1 25 32,-24 50-32,0 24 15,-24-25 16,-1-24-31,25-25 32</inkml:trace>
  <inkml:trace contextRef="#ctx0" brushRef="#br0" timeOffset="186958.9557">5928 13841 0,'0'0'0,"-24"0"0,-1 0 0,-50 25 16,26 0 0,49 24-1,24 1 17,26-1-32,-25-49 15,25-24 16,-50-26-31,0-24 32,0 24-17,24 50 1,-24 25-16,0 24 16,25-24-16,-25 0 0,0 49 15,25 1 1,25-1-1,-26-24 1,1-50-16</inkml:trace>
  <inkml:trace contextRef="#ctx0" brushRef="#br0" timeOffset="187658.9146">6598 13767 0,'-25'0'16,"0"24"-16,1-24 15,-76 100-15,76-76 16,-26 51 0,50-50-16,0-1 0,25 1 15,49-25 1,1-49 0,-26-75-1,-49 24 1,0 76-1,-25 48 1,50 76 0,-25 24-1,0 24 17,-25 1-32,25-99 15,-74 49-15,49-49 0,25-25 16,-74 74-1,-50-50-15,49-49 32,26-24-17,49-76 1,49 26 0,-24 49-16,74-49 15,-49 74-15,24-25 16,50-50-1,25 1 1,25 0 0,-149 49-1,99-25-15,-75 25 0,-24 1 16,25-1 0,-50-25-16,-50 50 15,-24 0 16,24 50-31,25-1 16,1 26 0,24-50-16,0-1 0,24 51 15,76-26 1,24-49 0,-25-24-1,-25-26 1</inkml:trace>
  <inkml:trace contextRef="#ctx0" brushRef="#br0" timeOffset="188228.8419">8334 13940 0,'0'0'0,"-24"0"0,-1 0 0,0 0 16,0 0 0,-24 25-1,49 0 1,24 0 0,76-1-1,73 1 1,-123-25-16,74 0 15,-75 0-15,-24 0 16,50 0-16,-1-49 16,-49 49-1</inkml:trace>
  <inkml:trace contextRef="#ctx0" brushRef="#br0" timeOffset="188448.7995">8806 13841 0,'0'0'0,"-25"0"0,25 25 0,0 0 15,-25 24 1,25 1 0,0-25-16,25 49 15,-25-49-15,0 24 16,-124 51-1,-75-26 1</inkml:trace>
  <inkml:trace contextRef="#ctx0" brushRef="#br0" timeOffset="192008.5886">9451 14287 0,'-25'-24'0,"0"24"15,0 0-15,0 0 31,50 0 1,-25-25-32,25 25 15,25-25 1,24 0 0,0 0-1,-24 25 1,-25 25-1,0 0-15,-25 25 16,0-26-16,0 1 0,-25 25 16,-50 24-1,-24 26 17,25-51-32,-1 1 15,51-50-15,-1 0 31,50 0 32,-25-25-63,49 25 16,-24 0-16,0 0 15,24 0-15,1 0 16,0 50-1,24-26 1,0 1 0,26 0-1,-26-25 17,-49 0-32,0-25 0</inkml:trace>
  <inkml:trace contextRef="#ctx0" brushRef="#br0" timeOffset="192978.6016">10195 13618 0,'0'0'0,"25"0"63,-25-25-48,49 25-15,-24 0 0,0 0 16,0 25 0,-1-25-16,1 0 0,-25 25 15,25-25-15,-25 49 16,0-24 0,-25 0-16,0 0 15,-24 24 1,49-24-16,-50 0 15,25 0-15,1-1 16,24 1-16,-25-25 0,-25 50 16,50-25-1,-25-25-15,25 49 32,0-24-32,25 25 15,0-50-15,0 0 31,0 0-31,-1 0 0,1 0 16,0-25 0,0-25-1,-25-24 1,-50-1 0,25 51-16,1-26 15,-1 25-15,25 0 0,-25 1 16,50 24 15,24-25-15,26 25-1</inkml:trace>
  <inkml:trace contextRef="#ctx0" brushRef="#br0" timeOffset="199448.1804">10244 13618 0,'0'-25'78,"25"25"-78,-25 50 31,-25-26-15,25 1-16,-24 74 15,-1-24 1</inkml:trace>
  <inkml:trace contextRef="#ctx0" brushRef="#br0" timeOffset="201818.0187">11212 14660 0,'0'0'0,"0"-25"125,0 0-109,25 25-16,-25-25 16,24 0-1,1 25 1,0-24 0,25 24-1,24 0 1,-24 0-1,-26 24-15,51-24 16,-50 0-16,-1-24 0,51-1 16,-1 0-1,-49 0 17,0 25-32,-50 0 46</inkml:trace>
  <inkml:trace contextRef="#ctx0" brushRef="#br0" timeOffset="202297.9819">11385 14387 0,'25'0'78,"0"0"-47,0 0-31,0 0 0,-1 0 16,26-25-1,0 25 1,-1 0-1,-24 0 1,0 0 0,0 0-1,-1-25 17,1 0-32,0 25 15,0 0-15,0-25 16</inkml:trace>
  <inkml:trace contextRef="#ctx0" brushRef="#br0" timeOffset="202758.026">12080 14213 0,'25'-25'31,"-1"25"-31,26-25 16,25 25-1,-51 0-15,26 25 32,-25 0-32,-25 25 0,-25 49 15,-25-25 16,1 1-31,24-50 32,25-1-32,0-48 31,0-1-31,25 0 16,0 0-1,24 25 1,-24 99-1,0-74-15,0 25 16,-25-25-16,49-1 16,-24-24-1,25-24 17,-26 24-32</inkml:trace>
  <inkml:trace contextRef="#ctx0" brushRef="#br0" timeOffset="203078.0054">12849 14263 0,'0'0'16,"0"-25"-16,-25 25 15,0 0-15,0 0 16,25 25-1,0-1 1,0 26 0,25 0-1,-25-25-15,25 49 32,-25-49-32,0 0 0,0 24 0,-50 1 15,1-25 16,-50-25-31,49-75 32</inkml:trace>
  <inkml:trace contextRef="#ctx0" brushRef="#br0" timeOffset="203217.9199">12626 14188 0,'0'0'0,"24"-25"15,1 25-15,0-24 16,49-1-1,-49 25-15,50-25 16,-51 25-16,1-25 0,25 25 16,-25-25-16</inkml:trace>
  <inkml:trace contextRef="#ctx0" brushRef="#br0" timeOffset="203657.9698">13469 14015 0,'0'0'0,"25"0"15,-25-25 1,0 50 31,-25-1-47,0 26 15,-24 24 1,24 50 0,0-49-1,25-50-15,0 24 16,25-24-16,0 0 16,-1-25-16,51 0 15,-1-50 16,-49 26-31,-25-26 32,-25 50-17,-74 25 1,0 49 0,-25 1-1,49-26 1</inkml:trace>
  <inkml:trace contextRef="#ctx0" brushRef="#br0" timeOffset="299589.5959">27980 9178 0,'-25'0'16,"0"0"0,25 25 77,0-1-77,0 1 0,0 0-16,0 0 0,0 74 31,0-74-31,0 49 0,0 1 15,0-26 1,0-24 0</inkml:trace>
  <inkml:trace contextRef="#ctx0" brushRef="#br0" timeOffset="300069.5727">28501 9252 0,'0'0'0,"0"-25"16,0 1-16,24-1 15,1 25-15,50 0 32,-26 49-32,1 26 31,-50-1-31,0 25 31,-25-99-31,-25 50 16,1-25-16,-1-25 15,25 0 1,25-50 0,50 25-1,24 1 1,-24 48 0,-25-24-16,49 50 31,-49-25-31,25 0 0,24 24 15,-49-24-15</inkml:trace>
  <inkml:trace contextRef="#ctx0" brushRef="#br0" timeOffset="300559.539">29369 9178 0,'0'0'0,"0"-25"16,-25 25-16,25 25 16,0 24-1,0 51 1,25-26-1,-25-49-15,0 24 32,0-24-32,0 0 0,25-25 31,-1 0-15,1-25-1,0 25-15,0-25 16,0 25-16,-1 0 0,1 25 15,-25 0 1,25 25 0,-75-1-1,-24-24 1,49-25-16,-24 0 16,24 0-16,0 0 0,0-50 31,50 26-31,-25-1 0</inkml:trace>
  <inkml:trace contextRef="#ctx0" brushRef="#br0" timeOffset="300769.5259">29840 9475 0,'0'0'0,"-25"0"15,25 25 1,0 0 0,0 49-1,0 1 1,25-1 0</inkml:trace>
  <inkml:trace contextRef="#ctx0" brushRef="#br0" timeOffset="300959.4622">29939 9252 0,'-25'0'16,"50"0"-16,-50-25 0,25 1 15,25 24 1,-25-25-16</inkml:trace>
  <inkml:trace contextRef="#ctx0" brushRef="#br0" timeOffset="301259.4971">30535 9153 0,'0'-25'0,"0"50"47,0 0-32,0 24-15,-25-24 16,-25 99-16,25-25 31,25-74-31,0 25 16,0-25-16,0-1 0,25 26 15,25-25 1,49-25 0</inkml:trace>
  <inkml:trace contextRef="#ctx0" brushRef="#br0" timeOffset="301409.4877">30535 9451 0,'0'-25'0,"-25"25"0,0-25 31,124 0-31,25 0 31,-74 25-31,24 0 16,-49 0-16,0 0 0</inkml:trace>
  <inkml:trace contextRef="#ctx0" brushRef="#br0" timeOffset="302229.3771">26863 9426 0,'0'0'0,"-24"25"16,-1-25-1,50 0 32,-1 0-47,1 0 16,74 24-16,1 1 31,-75-25-31,24 0 16,-49-25-16,25 25 0,0-24 15</inkml:trace>
  <inkml:trace contextRef="#ctx0" brushRef="#br0" timeOffset="302439.4273">27211 9376 0,'-25'0'15,"50"0"-15,-75 0 0,50-25 16,-25 25-16,75 0 31,-25 25-15,99 50-16,-50-26 31,-74 26-31,-49-1 31,24-49-31,-50 24 16,51-49-16,-1 25 0,-50 0 15,51 0-15</inkml:trace>
  <inkml:trace contextRef="#ctx0" brushRef="#br0" timeOffset="303889.3419">28773 12948 0,'-24'0'0,"-1"0"0,0 0 31,0 0-31,25-25 16,25 25 46,0 0-46,0 25 0,49-25-16,50 0 31,0 0-31,-49-25 31</inkml:trace>
  <inkml:trace contextRef="#ctx0" brushRef="#br0" timeOffset="304159.3252">29195 12849 0,'-25'0'0,"1"25"0,24-1 32,24-24-1,51 50-31,-1-25 15,-24 24 1,-50-24 0,0 0-16,-25 0 31,-25 0-31,26-25 0,-51 0 0,-49 24 31,99-24-31</inkml:trace>
  <inkml:trace contextRef="#ctx0" brushRef="#br0" timeOffset="305789.1553">27632 7466 0,'-24'0'31,"-1"0"-15,25 25 62,0 0-62,-25-25-16,-49 49 15,24 1 1,-24 0-1,24 24 1,25-24 0,0-26 15,75-24-15,-25-24-1,24-26 1,51 50-16,-1-25 31,-74 25-31,49-25 16,-49 25-16,0 0 15,-1 0-15,1 0 16,0 0 0,0 0-1,0-24-15</inkml:trace>
  <inkml:trace contextRef="#ctx0" brushRef="#br0" timeOffset="306369.1205">27632 7466 0,'25'0'15,"-25"25"157,0 0-172,0 0 0,0 24 16,0 26-1,0-51-15,0 76 16,0-26 0,0 0-16,0-24 31,0-25-31</inkml:trace>
  <inkml:trace contextRef="#ctx0" brushRef="#br0" timeOffset="306819.1684">28129 7441 0,'0'0'0,"0"-24"16,-25 24-16,25 24 31,0 1-15,25 50-1,49-1 1,25 0 0,0 1-1,1-50 1,-76-25-16,26 24 15,-25-24-15</inkml:trace>
  <inkml:trace contextRef="#ctx0" brushRef="#br0" timeOffset="307069.1533">28501 7541 0,'0'0'0,"-25"-25"16,0 25-16,25-25 16,-25 25-1,25 25 1,-25 49 0,25-49-16,-49 49 15,24-49-15,0 0 0,-24 49 16,24 1-1,0-26 1</inkml:trace>
  <inkml:trace contextRef="#ctx0" brushRef="#br0" timeOffset="307889.0356">28823 7466 0,'0'0'0,"-25"0"0,25-25 32,25 25-17,-25-24 1,25 24 0,0 0-16,24 0 15,-24 24-15,0 1 16,0 0-1,-25 25 1,0-26 0,0 1 15,-25 0 0,25 0-31,-25-25 16,0 25-16,0-1 31,25-48 63,25 24-79,-25-25 64,0 0-64</inkml:trace>
  <inkml:trace contextRef="#ctx0" brushRef="#br0" timeOffset="309718.9982">27608 7714 0,'0'-25'0,"24"25"31,-24-24-31,50 24 31,-25 0-31,24 0 16,-24 0-16,0 24 0,0 1 0,-75 74 31,-74 1-15,0-51-1,25-49 1,99-99 0,0 74-16,50-49 15,-50 49-15,49 0 0,1-49 16,49 24-1,-25 50 1,-24 25 0,-25 25 15,-50-26-31,-25-24 31,1 0-15,49-49-16,49-1 31,75 25-15,-99 25-16,74 0 15,-74 0-15,0 25 0,25-25 16,-1 50 0,-24-1-1,-25-24 1,25-25-1,0 0-15,74-49 32,-25-1-32,26 0 0,-1 1 31,-50 49-31,-24 0 31,0 25-15,0 49-16,-75-24 31,25-26-15,1-24-1,24-24 1,99-51 0,-74 75-16,49-49 15,-49 49-15,0 0 0,49 0 16,-24 24-1,-50 26 1,-25 24 0,-25-49 15,25 0-15,25-99-1,25 24 1,25 0-16,-1 50 31,-24 25-15,-25 25-1</inkml:trace>
  <inkml:trace contextRef="#ctx0" brushRef="#br0" timeOffset="310358.9591">27756 8235 0,'0'-25'16,"0"1"-1,50-1-15,24 0 16,26 0 0,-1 50 15,-74 25-15,-25-26-16,-25 51 15,25-50-15,-50 24 16,1 1-16,98-50 31,1 0-15,0 0-1,-26 25-15,26 24 16,-50-24 0,0 25-16,-74 24 15,-26-24 1,-24-50-1,99 0-15,-49 0 32,74-25-32,-25 25 0,0-25 0,25 0 15</inkml:trace>
  <inkml:trace contextRef="#ctx0" brushRef="#br0" timeOffset="310608.9105">28476 8235 0,'0'0'0,"25"0"0,-1 0 32,1 25-17,0 0-15,74 49 16,-99-49-1,75 49-15,-1 1 16,-24-50 0</inkml:trace>
  <inkml:trace contextRef="#ctx0" brushRef="#br0" timeOffset="310788.8584">28848 8285 0,'0'0'15,"-25"0"-15,25-25 0,-50 25 16,1 0 0,24 0-16,0 25 15,0 24-15,1-24 0,-1 25 16,-50 49 0,26-25-1,49-49 1</inkml:trace>
  <inkml:trace contextRef="#ctx0" brushRef="#br0" timeOffset="311088.8778">29394 8186 0,'0'0'0,"-25"0"15,0 0 1,-74 24 0,24 51-1,51-26 1,24-24 0,24 0-16,1-25 15,50 25-15,24-25 16,0-50-1,0 1 1,-74 49 0</inkml:trace>
  <inkml:trace contextRef="#ctx0" brushRef="#br0" timeOffset="311288.8356">29394 8285 0,'0'0'0,"-25"0"0,0 0 15,0 0 1,25 49 15,0-24-15,0 50 0,0-26-1,0-24-15</inkml:trace>
  <inkml:trace contextRef="#ctx0" brushRef="#br0" timeOffset="311608.8865">30485 8037 0,'-25'0'0,"0"0"32,25 25-32,0-1 15,0 76 1,0 24-1,0-25 1,0-25 0,-24-49-1</inkml:trace>
  <inkml:trace contextRef="#ctx0" brushRef="#br0" timeOffset="311808.837">30361 8062 0,'0'0'0,"-25"0"0,25-25 15,-25 25-15,25-50 16,75 25 0,49 25-1,25 0 1,-125 25-16,51-25 15,-50 0-15,-1 0 0</inkml:trace>
  <inkml:trace contextRef="#ctx0" brushRef="#br0" timeOffset="312008.799">30311 8409 0,'0'0'0,"-24"25"0,48-25 32,26 0-17,0-25-15,49 0 16,-25 0 0</inkml:trace>
  <inkml:trace contextRef="#ctx0" brushRef="#br0" timeOffset="312488.7936">30733 8235 0,'0'25'16,"25"-25"-16,0 25 31,24 0-31,1 24 31,-50 1-15,0-1-16,0-73 47,25-1-32,-1 0 1,26 0 0,-25 25-1,0 50 1,-25-25-1,0-1 1,0-48 15,24-1-15,51-25-16,-26 1 31,-24 49-15,0 0-16,0 24 0,-25 1 15,0 0-15,0 0 16,25 49 0,-25-49-1,25-25 1</inkml:trace>
  <inkml:trace contextRef="#ctx0" brushRef="#br0" timeOffset="313568.6982">31800 8310 0,'0'0'0,"-25"0"0,-25 0 0,1 0 31,-26 0-31,75 24 16,0 26-1,0-25-15,25-25 16,0 25-16,24-50 31,1-25-15,-50 1-1,25 49-15,-25-25 16,0 50 15,0-1-31,25 51 16,-1-26-1,1-24 17,0-25-32,25-25 0,-26 25 15,1-74 1,25 0-16,-1 24 31,-49 25-15,0 50-16,-24-25 15,-1 74 1,0-49-16,25 0 16,0 0-1,25-25 1,0-50 0,-1 25-16,1-24 15,-25 24-15,25 25 16,0 25-1,-25 49 1,0 25 0,-50 25 15,50-99-31,-49 50 16,24-51-16,0 1 0,-25 0 15,1 0 1,24-75-16,25-24 31,74-1-15,-24 51-16,24-26 15,-49 50-15,0-25 0,49 0 16,1-24 0,-25-1-1,-1 1 1,-24-1-1,-25 25 1,-25 25 15,0 50-15,-24 24-16,49 25 31,25-24-15,-1-75-16,26 25 0,-25-25 15,0 0-15,99 0 16,24 0 0,-48 0-1,-76-25 1,-48 25 15,-1 0-31,0 0 16,-25 0-1,26 0 1</inkml:trace>
  <inkml:trace contextRef="#ctx0" brushRef="#br0" timeOffset="317888.4387">29914 12923 0,'0'25'47,"0"-50"78,0 0-110,25 25 1,0 0-16,0 0 16,0 0-1,-1 0 1,26 0 0,-25 0-1,-25 50 1,0 0-1,-25-1 1,-25 1 0,1-25 15,-1-1-31,25-24 16,50 0 46,0 0-46,0 0-1,0 25 1,-1 0 0,1 25-1,-25-1 1,-49-24-1,-51-25 1,76 0 0,-51 0-16,50 0 15,1-25 1,24 1 0,0-26-16</inkml:trace>
  <inkml:trace contextRef="#ctx0" brushRef="#br0" timeOffset="318138.5052">30212 12973 0,'0'0'0,"0"25"46,0-1-46,25-24 0,49 75 16,-24-1 0,24 1 15,-49-75-31,0 49 16,0-49-16,0 0 0</inkml:trace>
  <inkml:trace contextRef="#ctx0" brushRef="#br0" timeOffset="318358.4867">30559 13047 0,'0'0'0,"-24"-25"0,-1 25 16,0 0 0,-25 25-1,1 50 1,-26-1-1,75-49-15,-49 25 32,24-26-32,25 1 0,-25-25 0</inkml:trace>
  <inkml:trace contextRef="#ctx0" brushRef="#br0" timeOffset="318668.3938">30931 12998 0,'0'0'0,"-24"0"15,-51 0 1,1 24-1,-1 26 1,51 0 0,24-1 15,74-24-31,50-25 16,-25-25 15,-24 0-31</inkml:trace>
  <inkml:trace contextRef="#ctx0" brushRef="#br0" timeOffset="318918.4536">30857 12998 0,'0'0'0,"-25"0"16,0 24-1,1 1 1,24 0 0,0 49-16,0-49 15,0 25 1,24 24-16,1 1 16,-25-50 15,25-25-31</inkml:trace>
  <inkml:trace contextRef="#ctx0" brushRef="#br0" timeOffset="319168.3849">31130 13022 0,'0'0'16,"0"25"-1,0 0 1,25-25 0,-25 25-16,99 24 31,-99-24-31,74 25 0,-74-25 16,25-25-16,0 49 0,-25-24 31,25-50-31</inkml:trace>
  <inkml:trace contextRef="#ctx0" brushRef="#br0" timeOffset="319388.3713">31477 13072 0,'0'0'0,"-25"0"0,1 0 15,-1-25-15,-25 25 16,-24 50-1,49-50-15,0 49 16,0-24 0,25 0-16,-25 50 0,1 24 31,-1-50-31,25-24 16</inkml:trace>
  <inkml:trace contextRef="#ctx0" brushRef="#br0" timeOffset="320058.3863">31601 13072 0,'0'-25'16,"25"25"-16,0 0 0,0 0 31,24 25-31,1 0 31,-50 24-15,0-24-16,-25 50 15,0-50-15,0-1 0,25 26 16,-49-25 0,49 0-1,25-25 1,49 0-1,-49 0-15,49 0 32,-49 0-32,0 0 0,0-25 0,-1 25 0,1 0 31,0 0-31,-25-25 141,0 0-126,-25 25 16</inkml:trace>
  <inkml:trace contextRef="#ctx0" brushRef="#br0" timeOffset="320548.3454">30683 13618 0,'-49'0'78</inkml:trace>
  <inkml:trace contextRef="#ctx0" brushRef="#br0" timeOffset="320938.3362">29766 13444 0,'0'25'15,"49"-25"63,-24 0-62,0 0-16</inkml:trace>
  <inkml:trace contextRef="#ctx0" brushRef="#br0" timeOffset="321268.32">31080 13543 0,'0'0'0,"-25"0"0,25-24 16,-24 24 0,48 0-1,1 0 17,0 0-32</inkml:trace>
  <inkml:trace contextRef="#ctx0" brushRef="#br0" timeOffset="321838.2863">31800 13519 0,'-25'0'0</inkml:trace>
  <inkml:trace contextRef="#ctx0" brushRef="#br0" timeOffset="322518.2408">29443 14337 0,'0'0'0,"-25"0"0,25-25 0,-24 25 15,24-25 1,49-24 0,-24 49-16,25-25 15,-26 25-15,1-25 0,0 25 16,0 0-16,49 0 16,-49 25-16,25 25 15,-26 24 1,-48 25-1,-51 1 17,50-100-32,-49 49 0,24-24 15,1-25 1,24 0-16,25-50 16,50 1 15,24 24-31,-49 25 15,49 50 1,-74-26-16,25 1 0,25 25 16,49 24-1,0-49 1,-49 0 0,-26-25-16</inkml:trace>
  <inkml:trace contextRef="#ctx0" brushRef="#br0" timeOffset="322788.2275">30460 14337 0,'-25'0'16,"1"25"-16,-1-25 16,-25 25-16,25 0 0,-74 24 31,74-49-31,0 25 0,1 25 31,98-26-15,-49-24-16,74 0 15,-74 25-15,25-25 0,-1 0 16,1 0-16,74-25 16,-99 25-16,-1-49 15,1 24-15</inkml:trace>
  <inkml:trace contextRef="#ctx0" brushRef="#br0" timeOffset="322988.213">30510 14362 0,'-25'0'0,"25"-25"16,-25 25-16,0 0 16,1 75 15,-1 24-31,25-74 15,0 74 1,0-74-16,0-1 0,-25 51 16,25-26-1,0-24-15</inkml:trace>
  <inkml:trace contextRef="#ctx0" brushRef="#br0" timeOffset="323808.1645">31080 14287 0,'0'0'0,"-49"0"0,24 0 0,25 25 16,0 0-16,0 0 0,-25 49 31,25-49-31,0 74 0,-25 1 31,25-26-15,25-74-1,0 0 1,24 0 0,-24 25-1,-25 24 1,-99 1-1,0-25 1,74-25 0,-25 0-16,50-25 15,50-25 1,49-24-16,25 24 16,0 1 15,-99 24-31,50 0 15,-51 25-15,1 0 0,0-25 16,25-24 0,-50 74 31,-25-1-47,25 26 15,0-25-15,0 0 16,25-1-1,24 1-15,50-25 16,1-25 0,-26-74 15,-74 74-31,50-74 16,-50 74-16,0-24 0,24-1 0,-24 25 0,0-24 31,0 24-16,-24 25 1,-1 49 0,0 51-1,25-75-15,0 74 16,0-50-16,0-24 16,0 74-16,25-24 15</inkml:trace>
  <inkml:trace contextRef="#ctx0" brushRef="#br0" timeOffset="323958.156">31775 14511 0,'49'0'16,"-49"-25"-1,50 25 1,24 0-16,1-25 31,-50 25-31,-1-25 16</inkml:trace>
  <inkml:trace contextRef="#ctx0" brushRef="#br0" timeOffset="324138.1456">31279 14263 0,'0'0'15,"-25"0"-15,75 0 16,-26 0 0</inkml:trace>
  <inkml:trace contextRef="#ctx0" brushRef="#br0" timeOffset="326028.0337">9922 14908 0</inkml:trace>
  <inkml:trace contextRef="#ctx0" brushRef="#br0" timeOffset="329607.8219">14610 15503 0,'-25'0'15,"0"0"110,1 0-109,-1 0 0,0 0-16,0 0 15,25-25 95,25 25-110,0-25 15,0 1-15,24 24 16,26-25 0,-26 0-1,1 25 1,-1 74-1,-24 1 1,-25-50 0,0 49-16,-25-49 15,1 49 1,-76-24-16,51-25 16,49-1 15,25-24 0,-1 0-31,1 0 16,50 25-1,-26 25 1,-49 24 0,-74 1-1,49-51-15,-99 1 16,99 0-16,0-25 15,-74 25-15,0-25 16,49 0 0,50-75-1</inkml:trace>
  <inkml:trace contextRef="#ctx0" brushRef="#br0" timeOffset="329857.773">15081 15677 0,'0'0'0,"0"24"16,0 1 15,50 25-31,49 24 16,0 25-1,1-24 1,-76-50 0,1-1-16,0 1 15</inkml:trace>
  <inkml:trace contextRef="#ctx0" brushRef="#br0" timeOffset="330087.795">15453 15726 0,'0'0'0,"-24"0"0,-1 0 0,25-25 16,-25 25-1,0 0 1,25 100 0,-50 24-1,26-100-15,-51 76 16,50-76-16,-24 26 15,-26 0-15,26 24 16</inkml:trace>
  <inkml:trace contextRef="#ctx0" brushRef="#br0" timeOffset="330457.7722">15925 15652 0,'24'0'0,"-24"-25"0,-24 25 31,24 25-15,-50 49-1,-24 1 1,49-26 0,25-24-16,-25 25 31,50-26-31,74-24 16,25-24 15,-25-26-31,-74 50 15,0 0 1,0 0-16</inkml:trace>
  <inkml:trace contextRef="#ctx0" brushRef="#br0" timeOffset="330687.7634">15900 15776 0,'0'0'0,"-25"-25"15,0 25-15,25-25 0,-49 0 16,49 50 0,24 50 15,1 49-31,-25-75 16,0 50-16,-25-74 0,25 25 15,-49 24 1,24 25-16,25-74 31</inkml:trace>
  <inkml:trace contextRef="#ctx0" brushRef="#br0" timeOffset="331017.7389">16371 15751 0,'0'0'0,"-25"0"0,25-25 0,-25 25 16,25 25 15,75 74-31,-50-49 15,49 24 1,-49-24-16,0-25 0,49 49 16,-24-24-1,24-26 1,-49-24 0</inkml:trace>
  <inkml:trace contextRef="#ctx0" brushRef="#br0" timeOffset="331207.7275">16768 15900 0,'-25'0'15,"0"0"-15,1 0 16,-51 25-16,50-1 16,1 1-16,24 0 0,-25 0 15,25 49 1,-50 1-16,1 24 31,-1-50-15</inkml:trace>
  <inkml:trace contextRef="#ctx0" brushRef="#br0" timeOffset="332387.6586">17041 15825 0,'0'0'0,"0"-24"15,0-1 17,0 0-1,25 25-31,-1 0 0,76 0 16,-76 0-16,51 74 31,-50-49-31,24 50 15,-49-1 1,-25 0 0,-74 1-1,25-50 1,49-25-16,-25-25 16,50 0-1,0 0-15,25 25 31,0 0-31,74 75 16,-74-51 0,49 76-16,-49-76 0,0-24 15,0 50 1,24 0-16,-24-50 16</inkml:trace>
  <inkml:trace contextRef="#ctx0" brushRef="#br0" timeOffset="332647.6424">17859 15875 0,'0'0'0,"-24"0"16,-26 0-16,0 25 16,1 24-1,49-24-15,0 25 16,0-25-16,0-1 15,49 26-15,1 0 16,-25 24 0,-25-24 15,-99-26-31,74-24 16,-50 0-16,51-24 15</inkml:trace>
  <inkml:trace contextRef="#ctx0" brushRef="#br0" timeOffset="332807.6336">17785 15875 0,'0'0'15,"0"-25"-15,25 0 0,-25 1 0,25 24 16,-1-25-16,51 0 16,-26 0-16,51 0 15,24 1 1,-100 24-16</inkml:trace>
  <inkml:trace contextRef="#ctx0" brushRef="#br0" timeOffset="333207.6094">18827 15701 0,'0'0'0,"-25"0"0,-49 0 15,-26 25 1,26 50 0,-1 49-1,75-100-15,0 76 16,0-76-16,25 1 15,0 25-15,0-50 0,74 49 16,-74-49 0,49 0-16,26-49 31,-76-1-31,-48 25 16,-26 25-16,-124 25 31,125-25-31,-100 75 15,25-1 1,74-24-16</inkml:trace>
  <inkml:trace contextRef="#ctx0" brushRef="#br0" timeOffset="334987.5091">20191 15776 0,'-25'-25'16,"0"25"0,25 25-1,0 0 1,0 99-16,0-100 15,25 100 1,-25-99-16,0 25 0,25 24 16,-25-49-16,25 74 15,-25-74-15</inkml:trace>
  <inkml:trace contextRef="#ctx0" brushRef="#br0" timeOffset="336017.4437">20166 16272 0,'0'-25'47,"25"25"-47,0-25 16,0 0-16,24 25 16,-24-24 15,25 24-31,24 24 31,-74 1-31,50 50 16,-50-26-16,0 26 15,-75 24 1,-24-49 0,0-26-1,74-24 1,25-24-16,25-1 15,0-25-15,74-24 16,0-1 0,0 1 15,-24 49-31,-26 0 16,-24 0 15,0 1-16,-25-1 1,0 50 0,0-1-1,0 51 1,0-50-16,50-1 16,-1 1-1,-24-25-15,49-25 16,-24-24-1,-50-1 1,25 50 0,-25 25 15,0 49-15,-25 26-16,-25-1 31,-24 0-16,-50 0 1,74-49-16,-74 0 16,50-1-16,-1-24 15,51-25 1,48-99 0,-24 74-16</inkml:trace>
  <inkml:trace contextRef="#ctx0" brushRef="#br0" timeOffset="336287.4284">21382 15825 0,'-25'-24'0,"0"24"31,25 24-31,0 76 16,0 73-1,0-123-15,0 74 16,0-99-16,-25 24 0,0 1 16,25-25-16,-49 49 15,24-74-15,25 25 0</inkml:trace>
  <inkml:trace contextRef="#ctx0" brushRef="#br0" timeOffset="336657.4056">21258 16272 0,'0'0'0,"49"0"31,-24 0-31,74 0 0,50-50 31,-124 50-31,49-25 16,-49 1-16,25-1 15,-50-25 1,0 25 0,-50 25-1,-49 50 1,74-50-16,-25 74 15,26-24-15,-1 0 16,74 24 0,1-49 15,49-25-31,-24 0 16,-26-25 15,-49 0-31</inkml:trace>
  <inkml:trace contextRef="#ctx0" brushRef="#br0" timeOffset="337117.3782">21903 16049 0,'0'0'0,"0"24"32,0 51-17,0-1 1,-25 1-1,25-26 17,0-24-32,-25-25 0,75-25 31,-1-24-31,50-26 16,-49 50 15,-25 25-31,-25 50 31,0 0-31,-50-26 16,25 26-16,25-25 15,-24-25 1,48-25 0,51-49-1,-26 49 1,-49 0-16,25 25 15,0 0-15,-25 50 32,0-1-32,-25-24 31,-24-25-31</inkml:trace>
  <inkml:trace contextRef="#ctx0" brushRef="#br0" timeOffset="337557.355">22151 16222 0,'-50'0'16,"50"-25"-16,0 1 16,25 24-1,0-25 1,24 25-1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7:35:31.6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10232 2686 0,'40'0'0,"-40"41"109,0-1-109,0 0 32,0 0-32,0 0 15,0 0 1,0 0-16,0 0 16,0 0-16,0 1 0,0-1 15,0 0-15,0 0 0,0 0 16,0 0-16,0 0 0,0 0 0,0 0 0,0 0 15,0 1-15,0-1 16,0 0-16,0 40 0,40-40 0,-40 0 0,0 0 16,0 0-16,0 41 0,0-41 15,0 0-15,0 0 0,0 0 0,0 40 0,0-40 16,-40 0-16,40 1 16,0 39-16,0-40 0,0 0 0,0 0 0,0 0 15,0 0-15,0 41 0,0-41 16,0 0-16,0 0 0,0 0 0,0 40 0,0-40 15,0 0-15,0 41 0,40-41 0,-40 40 0,0 0 16,41-40-16,-41 40 16,0-39-16,0 39 0,0 0 0,0-40 0,40 0 15,-40 40-15,0-40 0,0 1 16,0 39-16,40-40 0,-40 0 0,0 40 0,0-40 16,0 0-16,0 41 15,0-41-15,-40 0 0,40 0 0,0 40 0,-40-40 16,40 0-16,-41 0 0,41 41 0,0-41 0,0 0 15,-40 0-15,40 40 0,0-40 16,0 0-16,-40 41 0,40-41 0,0 40 0,0-40 16,0 40-16,0-40 15,0 41-15,0-1 0,0-40 0,0 40 0,0-40 16,0 40-16,0-39 0,0 39 16,0-40-16,0 40 0,0-40 0,0 40 0,0-40 15,0 41-15,0-1 16,0-40-16,0 0 0,0 40 0,0-40 0,0 41 15,0-41-15,0 0 0,0 40 0,0-40 0,0 0 16,0 40-16,0-39 0,0-1 16,0 40-16,0-40 0,0 40 0,0 0 0,0-39 15,0 39-15,0 0 16,0-40-16,0 40 0,0 0 0,0-39 0,0 39 16,0-40-16,0 40 0,0-40 15,0 40-15,0-39 0,0-1 0,40 40 0,-40-40 16,0 40-16,0-40 0,0 40 0,0 1 0,0-41 15,0 40-15,0 0 16,0 0-16,0 1 0,0-1 0,-40 0 0,40 0 16,-40 0-16,0 41 0,0-41 15,0 0-15,0 0 0,-41-39 0,41 39 0,0 0 16,-40-40-16</inkml:trace>
  <inkml:trace contextRef="#ctx0" brushRef="#br0" timeOffset="1889.8887">10192 11229 0,'40'0'47,"0"-40"-31,-40 0 15,0 0-15,0-1 46,-40 1-46,40 0-1,0 0 17,0 120-1,0-40-31,0 1 0,0-1 15,0 40-15,0-40 0,0 40 0,0 0 0,0 1 16,0-1-16,0 0 16,0 0-16,0 0 0,0 1 0,-40-1 0,40 0 15,-40 0-15,40 1 0,0-1 16,0 0-16,0 0 0,-40-40 0,40 40 0,0-39 16,0 39-16,0-40 15,0 40-15,0 0 0,0 1 0,0-41 0,0 40 16,0 0-16,40 0 0,-40 0 0,0 1 0,0-41 15,0 40-15,0-40 0,0 40 16,0-40-16,0 41 0,0-41 0,0 0 0,-40 0 16,40 0-16,0 0 15,0 0-15,0 0 0,0 0 0,0 1 0,0-1 16,0 0-16,0 0 16,0 0-16,40-80 46,0 0-46,0 40 16,0-40 0,0 40-16,-40-40 0,41 40 15,-1 0-15,0 0 16,-40-41-16,40 41 0,0 0 0,0 0 16,0 0-16,0 0 15,41 0-15,-41 0 0,0 0 0,0 0 16,40 0-16,1 0 0,-41 0 0,40 41 0,0-41 15,1 0-15,-1 0 16,40 0-16,-40 0 0,1 0 0,39 0 0,-40 0 16,41 40-16,-1-40 0,0 0 15,-39 0-15,39 0 0,0 0 0,1 0 0,-41 0 16,40-40-16,-39 40 16,-1 0-16,40-41 0,-39 41 0,-1 0 0,0 0 15,0-40-15,41 40 0,-81 0 16,40 0-16,0-40 0,1 40 0,-1 0 0,0 0 15,0 0-15,1 0 0,-1-40 0,0 40 0,40 0 16,1 0-16,-41 0 16,81 0-16,-41 0 0,0 0 0,1 0 0,-1 0 15,1 0-15,-1 0 0,0 0 16,1 0-16,-1 0 0,-40 0 0,41 0 0,-41 0 16,40 0-16,-39 0 15,39 0-15,-40 0 0,0 0 0,1 0 0,39-40 16,-40 40-16,41-40 0,-1 40 0,0 0 0,1 0 15,-1-40-15,1 40 0,-41 0 16,40 0-16,1 0 0,-41 0 0,40 0 0,-39 0 16,-1 0-16,40 0 15,-40 0-15,1-40 0,39 40 0,-40 0 0,41 0 16,-41 0-16,40 0 0,1 0 16,-1-40-16,-40 40 0,41 0 0,-1 0 0,0 0 15,1 0-15,-41 0 16,40 0-16,-39 0 0,39 0 0,-40 0 0,41 0 15,-1 0-15,0 0 0,1 0 0,-1 40 0,1-40 16,39 0-16,-40 0 0,41 0 16,-41 40-16,1-40 0,-1 0 0,1 0 0,-1 0 15,-40 0-15,0 0 16,1 0-16,-41-40 0,40 40 0,-40-40 0,40 0 16</inkml:trace>
  <inkml:trace contextRef="#ctx0" brushRef="#br0" timeOffset="3559.7326">10353 2526 0,'0'0'0,"0"40"0,-41-40 16,1 0-16,40 40 15,40-40 110,-40 40-125,81-40 0,-41 0 16,0 0-16,0 0 16,0 0-16,0 0 0,41 0 0,-41 0 0,40 0 15,0 0-15,1 0 16,-41 0-16,40 0 0,0 0 0,0-40 0,1 40 16,-1 0-16,-40 0 0,40 0 15,1 0-15,-1 0 0,40 0 0,-40 0 0,41 0 16,-1-40-16,1 40 0,-1 0 0,40 0 0,-39 0 15,39 0-15,1 0 16,-1 0-16,1 0 0,-1 0 0,1 0 0,-1 0 16,1 0-16,-1 0 0,1-40 15,-41 40-15,41 0 0,-41 0 0,1 0 0,-1 0 16,0 0-16,1-40 16,-1 40-16,-40 0 0,41 0 0,-41-40 0,40 40 15,-39 0-15,-1 0 0,40 0 16,-40-40-16,41 40 0,-41 0 0,0-40 0,41 40 15,-41 0-15,0-40 0,41 40 0,-41 0 0,40-41 16,-40 41-16,1 0 16,39 0-16,-40 0 0,41 0 0,-41-40 0,0 40 15,41 0-15,-41 0 0,40-40 16,-40 40-16,1 0 0,39 0 0,-40 0 0,1-40 16,39 40-16,-40 0 15,1 0-15,-1 0 0,40 0 0,-40 0 0,1-40 16,-1 40-16,40 0 0,-39 0 0,-1-40 0,0 40 15,0 0-15,1 0 0,-1-40 16,0 40-16,0 0 0,1 0 0,-1-40 0,0 40 16,0 0-16,1-40 15,-1 40-15,0-41 0,0 41 0,1 0 0,-1-40 16,0 40-16,0-40 0,-40 40 16,41 0-16,-1-40 0,0 40 0,0 0 0,1-40 15,-41 40-15,40-40 16,0 40-16,1 0 0,-41 0 0,40-40 0,0 40 15,0 0-15,1 0 0,-41 0 0,40-40 0,0 40 16,1 0-16,-41 0 0,40 0 16,-40 0-16,40-40 0,-39 40 0,39 0 0,-40 0 15,40-40-15,-40 40 16,41 0-16,-41 0 0,40 0 0,-40 0 0,40-41 16,-40 41-16,41 0 0,-41 0 15,40 0-15,-40 0 0,0-40 0,41 40 0,-41 0 16,0 0-16,0 0 0,0 0 0,0 0 0,40 0 15,-39 0-15,-1 0 16,0 0-16,0-40 0,40 40 0,-40 0 0,0 0 16,41 0-16,-41 0 0,40 0 15,-40 0-15,40-40 0,1 40 0,-1 0 0,-40 0 16,40 0-16,1 0 16,-41 0-16,0-40 0,40 40 0,-40 0 0,0 0 15,0 0-15,1-40 16,-1 40-16,0 0 0,-40-40 15,40 40-15</inkml:trace>
  <inkml:trace contextRef="#ctx0" brushRef="#br0" timeOffset="6059.5702">24999 1243 0,'40'0'94,"40"0"-94,-40 0 16,40 0-16,-39 0 0,39-40 0,-40 40 0,40 0 15,1 0-15,-1 0 16,0 0-16,0 0 0,1 0 0,-1 0 0,0 0 16,0 0-16,1 0 0,-1 0 15,-40 0-15,40 0 0,-40 0 0,41 0 0,-41 0 16,0 0-16,0 0 0,0 0 0,0 0 0,0 0 15,0 0-15,1 0 16,-1 0-16,0 0 0,0 0 16,0 0-16,0 0 0,0 0 15,0 0-15,1 0 0,-1 40 16,0-40 0,0 0-1,-40 40 48,0 0-48,0 0-15,0 0 16,-40-40-16,40 40 0,0 0 0,-40 0 0,40 1 16,-40-1-16,40 0 15,-41 0-15,41 0 0,-40 0 0,40 40 0,-40-40 16,40 0-16,0 41 0,-40-41 0,40 0 0,0 40 15,0-40-15,-40 40 0,40-39 16,0 39-16,0-40 0,0 40 0,0 0 0,40-40 16,-40 41-16,40-1 15,-40 0-15,40 0 0,-40 0 0,40 1 0,-40-1 16,41 0-16,-41 0 0,0 0 16,0 1-16,0-1 0,0 0 0,0 0 0,0 1 15,-41-1-15,41-40 16,-40 40-16,0 0 0,0 0 0,0 1 0,0-1 15,40 0-15,-40 0 0,0 1 0,-1-1 0,1 0 16,40 40-16,-40-40 0,40 1 16,0 39-16,-40-40 0,40 41 0,0-41 0,0 40 15,-40-40-15,40 0 16,0 1-16,0-1 0,0 0 0,0 0 0,0 1 16,0-1-16,0 0 0,0 0 15,0 0-15,0 1 0,0 39 0,0-40 0,0 0 16,0 41-16,0-41 0,-40 40 0,40 0 0,0-39 15,0 39-15,-40 0 16,40-39-16,-40 39 0,40-40 0,-41 40 0,41-39 16,-40-1-16,0 0 0,40 0 15,-40 0-15,0 1 0,40-1 0,-40-40 0,0 40 16,40-40-16,0 40 16,-40-39-16,40 39 0,0-40 0,0 40 0,0 0 15,0-40-15,0 41 0,0-41 16,0 40-16,-41-40 0,41 40 0,0-40 0,0 0 15,0 41-15,0-41 0,0 40 0,0-40 0,0 0 16,0 40-16,0-39 16,0-1-16,0 40 0,41-40 0,-41 0 0,0 40 15,0-40-15,0 0 0,40 1 16,-40-1-16,0 0 0,0 40 0,0-40 0,0 0 16,0 0-1,0 0-15,0 1 0,0-1 0,0 0 0,0 0 16,0 0-16,0 0 0,0 0 0,0 0 0,0 0 15,0 0-15,0 1 0,0-1 16,0 0-16,0 0 0,0 0 0,0 0 0,0 40 16,0-40-16,0 1 15,0-1-15,-40 0 0,40 0 0,0 40 0,-41-40 16,41 0-16,0 0 0,0 0 16,-40 41-16,40-41 0,0 0 0,-40 0 0,40 0 15,0 0-15,0 0 16,0 0-16,0 1 0,0-1 0,0 0 0,0 0 15,0 40-15,0-40 0,40 0 0,-40 0 0,0 41 16,40-41-16,-40 0 0,0 0 16,0 0-16,41 0 0,-41 0 0,0 0 15,0 0-15,0 1 16,0-1-16,0 0 0,0 0 0,0 0 0,-41 40 16,41-40-16,-40 0 0,40 41 15,-40-41-15,0 0 0,40 40 0,-40-40 0,40 0 16,0 0-16,-40 0 0,40 1 0,0-1 0,0 0 15,0 0-15,0 0 16,0 0-16,0 0 0,0 0 0,0 0 16,0 0-16,0 1 15,0-1-15,0 0 16,-40-40 0,40 40-16,0-80 109,0 0-78,-40 40-15,-1-40-16,1 40 15,0-41-15,0 41 16,40-40-16,-40 40 0,0 0 0,40-40 0,-40 40 16,0-40-1,-1 40-15,1 0 0,0 0 0,0 0 16,0 0-16,0 0 0,-41 0 16,41 0-16,0 0 0,0 0 0,0 0 0,0 0 15,0 0-15,0 0 16,-1 0-16,1 0 0,0 0 15,0-40-15,0 40 0,0 0 16,0 0-16,0 0 0,-1 0 16,1 0-16,0 0 0,0 0 0,0 0 15,0 0 1,0 0-16,0 0 0,-1 0 0,1 40 16,0-40-16,0 0 15,0 0-15,0 0 16,0 0-16,0 0 0,-1 0 15,1 0-15,0 0 16,0 0-16,0 0 0,0 0 0,0 0 0,0 0 16,-1 0-16,1 0 0,0 0 15,0 0-15,0 0 0,0 0 0,-40 0 0,39 0 16,1 0-16,0 0 16,-40 0-16,40-40 0,0 40 0,-41 0 0,1-40 15,0 0-15,0 0 0,-1 0 16,1 0-16,0-1 0,-40 1 0,-1 0 0,41-40 15</inkml:trace>
  <inkml:trace contextRef="#ctx0" brushRef="#br0" timeOffset="9499.367">10072 14197 0,'0'40'0,"0"0"31,40-40 173,0 0-189,0 0 1,0-40-1,-40 0-15,40 40 0,0-40 0,1 40 16,-1-41 0,0 41-16,0-40 0,0 40 0,0-40 0,0 40 15,0-40-15,41 40 0,-41-40 16,0 40-16,0-40 0,40 0 0,-39 40 0,-1-40 16,0 40-16,0-40 15,0 0-15,0 40 0,0-41 0,0 41 0,1-40 16,-1 0-16,0 40 0,0-40 0,0 0 0,40 0 15,-40 40-15,1-40 0,-1 0 16,0 0-16,0-1 0,0 1 0,0 40 0,0-40 16,0 0-16,1 0 15,-1 40-15,0-40 0,0 40 0,0-40 0,-40 0 16,40 40-16,0-40 0,0 0 16,1-1-16,-1 1 0,0 0 0,0 0 0,40 0 15,-40 0-15,0 0 16,1 0-16,39 0 0,-40 40 0,40-41 0,-40 1 15,41 0-15,-41 0 0,0 40 0,40-40 0,-40 0 16,40 0-16,-39 40 0,-1-40 16,0 0-16,40 40 0,-40-40 0,0-1 0,0 41 15,1-40-15,-1 0 16,0 0-16,0 0 0,0 0 0,40 0 0,-40 0 16,1 0-16,-1-1 0,0 1 15,40 0-15,-40 0 0,0 0 0,0 0 0,41 0 16,-41 0-16,0 0 0,0 0 0,0-1 0,40 1 15,-39 40-15,-41-40 16,40 0-16,0 40 0,0-40 0,0 0 0,0 0 16,0 40-16,41-40 0,-41 0 15,0-1-15,40 1 0,-40 40 0,0-40 0,41 0 16,-41 0-16,40 0 16,-40 0-16,0 0 0,41 0 0,-41 0 0,40-1 15,-40 1-15,0 0 0,0 0 0,0 0 0,1 0 16,-1 0-16,0 0 0,0 0 15,40-1-15,-40-39 0,0 40 0,1 0 0,-1 0 16,0 0-16,0-40 16,40 40-16,-40-1 0,0-39 0,1 40 0,39 0 15,-40 0-15,0 0 0,0 0 16,0 0-16,0-1 0,1 1 0,-1 0 0,0 0 16,0 40-16,0-40 15,0 0-15,0 0 0,0 0 0,1 0 0,-1 0 16,0-1-16,0-39 0,0 40 0,40 0 0,-40 0 15,41-40-15,-41 40 0,40-1 16,0 1-16,-40 0 0,41 0 0,-41 0 0,40 0 16,0 0-16,-40 0 15,41-40-15,-41 39 0,40 1 0,-40 0 0,41-40 16,-41 40-16,0 0 0,40-40 16,-40 39-16,0 1 0,41-40 0,-41 40 0,0 0 15,0-40-15,40 40 0,-40 0 0,0-1 0,1 1 16,-1 0-16,0 0 15,0 0-15,0 0 0,0 0 0,0 0 0,41 0 16,-81-1-16,40 1 0,0 0 16,0 0-16,0 0 0,0 0 0,0 0 15,-40 0-15,40 0 16,1 0-16,-1-1 0,0 1 0,0 0 0,0 40 16,0-40-16,0 0 0,0 0 15,1 40-15,-1-40 0,40 0 0,-40 0 0,0 40 16,0-41-16,0 1 0,1 40 0,-1-40 0,0 0 15,0 0-15,0 40 16,-40-40-16,40 0 0,0 0 0,-40 0 0,40 40 16,1-40-16,-1-1 0,-40 1 15,40 0-15,0 0 0,0 0 0,0 40 0,0-40 16,0 0-16,1 0 16,-1 0-16,0 40 0,0-41 0,0 1 0,0 40 15,0-40-15,0 40 0,1-40 0,-1 40 0,-40-40 16,40 40-16,0 0 0,0-40 15,0 0-15,0 40 0,0-40 0,1 40 16,-1-40-16,0 0 16,0 40-16,-40-41 0,40 41 0,0-40 0,0 40 15,0-40-15,1 40 0,-1-40 16,0 0-16,0 40 0,0-40 0,0 0 0,-40 0 16,40 0-16,1 40 15,-1-41-15,-40 1 0,40 0 0,0 40 0,0-40 16,-40 0-16,40 40 0,0-40 0,0 0 15,1 0-15,-1 0 16,0 0-16,0-1 0,0 1 0,0 40 16,-40-40-16,40 0 15,0 40-15,1-40 0,-1 0 0,0 40 0,-40-40 16,40 40-16,0-40 0,0 0 16,0 40-16,0-41 0,1 41 0,-1-40 15,0 0-15,0 40 0,-40-40 0,40 40 16,0-40-16,0 0 15,0 0-15,1 0 0,-1 40 16,0-40-16,-40 0 0,40 40 16,0-41-16,0 41 0,0-40 0,-40 0 0,40 40 15,1 0-15,-41-40 16,40 40-16,-40-40 0,40 40 0,0-40 16,0 40-1,0-40 1,0 40-16,0-40 0,1 40 0,-1-40 15,0 40-15,-40-41 16,40 1-16,0 40 0,0-40 0,0 0 0,0 40 16,-40-40-16,41 40 0,-1-40 15,-40 0-15,40 40 0,0-40 0,0 0 16,0 0-16,0-1 16,0 1-16,-40 0 0,41 40 0,-1-40 15,-40 0-15,40 40 0,0-40 0,0 0 16,0 40-16,0-40 0,0 40 15,-40-40-15,41 40 0,-1-41 0,0 41 0,-40-40 16,40 40-16,0-40 16,0 0-16,0 40 0,-40-40 0,40 40 0,1-40 15,-41 0-15,40 40 0,0-40 16,-40 0-16,40 40 0,-40-40 0,40 40 0,0-41 16,0 1-1,-40 0-15,41 40 0,-41-40 0,40 40 16,0-40-16,0 40 0,-40-40 15,40 40-15,0-40 16,0 40-16,-40-40 0,40 40 0,1-40 16,-1 40-1,-40-41-15,40 41 0,0 0 16,-40-40-16,40 0 16,0 40-16,-40-40 0,40 0 15,-40 0-15,40 40 0,-40-40 16,41 40-16,-41-40 15,40 0-15,0 40 0,-40-40 16,40-1-16,0 41 16,-40-40-16,40 40 0,-40-40 15,40 40-15,0-40 16,1 40-16,-41-40 16,40 40-16,0 0 15,0 0-15,-40-40 0,40 40 0,0 0 16,0 0-16,-40-40 15,40 40 1,-80 0 15,0 40-31,0-40 0,0 40 0</inkml:trace>
  <inkml:trace contextRef="#ctx0" brushRef="#br0" timeOffset="13889.1808">10433 2847 0,'40'0'47,"-80"0"94,40-40-79,0 0-62,-40 40 16,40-40 0,-40 40-1,40-41 16,-41 41 32,82 0 124,-41 41-187,40-41 32,-40 40-32,40-40 0,-40 40 15,40-40-15,0 40 16,0-40-16,0 40 0,0-40 16,1 40-1,-1-40-15,-40 40 0,40 0 0,0-40 0,0 40 16,0 1-16,0-1 0,1-40 0,-41 40 15,40 0-15,0-40 0,-40 40 16,40-40-16,-40 40 0,40-40 0,-40 40 0,0 0 16,40-40-16,-40 40 15,40 0-15,-40 1 0,40-41 0,-40 40 16,41 0-16,-41 0 0,40-40 16,-40 40-16,40 0 0,-40 0 0,40 0 0,0 0 15,0 1-15,-40-1 0,40 0 0,0 0 16,-40 0-1,41 0-15,-1 0 0,0 0 16,0 0-16,-40 0 16,40-40-16,0 41 0,0-1 15,0 0 1,1 0-16,-41 0 0,40-40 0,0 40 16,0 0-16,0 0 15,0 0-15,0 1 0,41-41 0,-41 40 0,0 0 16,0 0-16,0-40 0,0 40 0,0 0 0,41-40 15,-41 40-15,0-40 16,0 40-16,0 0 0,0-40 0,0 40 0,0-40 16,1 41-16,-1-41 15,-40 40-15,40-40 0,0 40 0,0 0 16,0 0-16,0-40 16,0 40-16,1 0 0,-1-40 0,40 40 0,-40 0 15,0-40-15,40 41 0,-39-1 0,-1 0 0,40-40 16,-40 40-16,0 0 0,0-40 15,0 40-15,1-40 0,-1 40 0,0-40 0,0 40 16,40-40-16,-40 40 16,0-40-16,1 40 0,-1 1 0,0-41 0,0 40 15,0-40-15,0 40 0,0 0 16,0-40-16,1 40 0,-1 0 0,0-40 0,0 40 16,0-40-16,0 40 15,0-40-15,1 40 0,-41 1 0,40-41 0,0 40 16,0-40-16,0 0 0,0 40 0,0-40 0,0 40 15,1-40-15,-1 40 0,0-40 16,0 0-16,0 40 0,0-40 0,-40 40 0,40-40 16,0 0-16,1 40 15,-1-40-15,-40 40 0,40-40 0,0 40 0,0-40 16,0 41-16,0-41 16,-40 40-16,40-40 0,1 0 0,-41 40 0,40-40 15,0 40-15,0-40 0,-40 40 0,40-40 0,0 40 16,0 0-1,0-40-15,-40 40 0,41-40 0,-1 40 0,0 1 16,-40-1 0,40 0-16,0 0 0,-40 0 15,40-40-15,-40 40 16,40-40-16,-40 40 0,40-40 0,-40 40 0,41-40 16,-41 40-16,40-40 0,-40 40 15,40-40-15,0 41 0,-40-1 0,40-40 0,0 40 16,-40 0-16,40 0 0,0-40 0,1 40 0,-1 0 15,-40 0-15,40 0 16,40 1-16,-80-1 0,80 0 0,-40 0 0,1 0 16,-1 0-16,0 0 0,0 0 15,0-40-15,40 40 0,-40 0 0,1 1 0,-1-41 16,0 40-16,0-40 16,-40 40-16,40 0 0,0-40 0,0 40 0,0 0 15,1 0-15,-1-40 0,-40 40 0,40 0 16,0-40-16,0 41 0,0-41 15,-40 40-15,40 0 0,0-40 0,1 40 0,-1 0 16,0 0 0,0 0-16,0-40 0,-40 40 15,40-40-15,0 0 16,-40 40-16,41-40 0,-41 40 0,40-40 0,0 0 16,-40 41-16,40-1 15,0-40-15,0 40 0,0 0 0,0 0 0,1-40 16,-1 40-16,0 0 0,0 0 0,0-40 0,0 40 15,-40 1-15,40-41 0,-40 40 16,40-40-16,1 40 0,-41 0 16,40-40-1,-40 40-15,40-40 0,-40 40 0,40-40 16,-40 40-16,40-40 0,40 40 16,-40 0-16,1 0 0,39-40 0,-40 41 0,40-1 15,-40 0-15,0 0 0,1 0 0,39-40 0,-40 40 16,0 0-16,0 0 15,0 0-15,0-40 0,1 41 0,-1-41 16,-40 40-16,40-40 0,0 40 16,0-40-16,0 40 0,0-40 0,0 40 0,1-40 15,39 40-15,-40 0 16,40-40-16,-40 40 0,41 0 0,-41-40 0,0 40 16,0-40-16,0 41 0,0-41 15,0 40-15,0-40 16,-40 40-16,41-40 0,-1 0 31,-40 40-31,40-40 0,-40 40 16,40-40-16,0 40 15,0-40-15,-40 40 16,40-40-16,0 40 16,1-40-16,-1 0 15,0 0-15,0 0 0,0 40 0,0-40 16,0 0-16,0 0 15,1 41-15,-1-41 0,0 0 0,0 40 0,0-40 16,0 40-16,0 0 16,0-40-16,1 40 0,39 0 0,-40 0 0,0-40 15,0 40-15,0 0 0,1-40 16,-1 40-16,0-40 0,-40 41 0,40-41 0,-40 40 16,40-40-16,-40 40 15,40-40-15,-40 40 0,40-40 16,-40 40-16,40-40 0,1 40 15,-1 0-15,0 0 16,0 0-16,0-40 16,-40 41-1,40-41-15,0 40 0,0 0 16,1-40-16,-41 40 16,40-40-16,-40 40 0,40-40 0,0 40 0,0 0 15,0-40-15,0 40 0,0 0 16,1-40-1,-41 40-15,40-40 0,0 41 16,0-1-16,0-40 16,-40 40-16,40-40 0,-40 40 0,40 0 15,-40 0 1,40-40-16,-40 40 0,41-40 16,-41 40-16,40-40 15,0 40-15,0-40 0,0 41 16,0-41-16,-40 40 0,40-40 15,-40 40 1,40-40-16,-40 40 0,41-40 0,-41 40 16,40-40-16,-40 40 0,40 0 15,0 0-15,-40 0 16,40-40 0,-40 40-16,0 1 15,40-41-15,-40 40 16,40-40-16,-40 40 15,40 0-15,1 0 16,-41 0 0,40-40-16,-40 40 0,0 0 0,40-40 15,-40 40-15,0 1 16,40-41-16,-40 40 0,40 0 16,-40 0-1,40-40-15,-40 40 0,40 0 16,0 0-16,1-40 15,-41 40-15,40 0 16,0-40 0,-40 40-1,40 1-15,-40-1 32,40-40-32,-40 40 0,40-40 15,-40 40-15,40 0 31,-40 0-15,40-40 0,-40 40-16,41-40 0,-41 40 15,40-40 1,-40 40-16,40-40 16,-40 41-1,40-41-15,-40 40 16,40-40-16,0 0 15,-40 40 1,40-40-16,-40 40 16,40-40-16,-40 40 15,41-40 1,-1 40 31,0-40-32,-40 40-15,40-40 16,0 0 0,-40 40-16,40-40 31,-40 40-31,40-40 47,-40 40-47,40 1 31,1-41-15,-41 40-1,40-40-15,-40 40 16,40-40-16,0 0 16,-40 40-1,40-40-15,-40 40 31,0-80 1,-80 0-17,80 0 1,-40 40-16,0 0 0,40-40 16,-41 40-16</inkml:trace>
  <inkml:trace contextRef="#ctx0" brushRef="#br0" timeOffset="17978.9002">10272 14036 0,'0'40'16,"40"-40"78,1 0 62,-1 0-140,0 0-16,0 0 15,0 0-15,0 0 0,0 0 0,0 0 16,1 0-1,-1 0-15,0 0 0,0 0 0,0 0 16,0 0-16,0 0 16,1 0-16,-1 0 0,0 0 15,0 0-15,0 0 16,-40-40-16,40 40 0,0 0 0,0 0 0,1 0 16,-1-40-16,0 40 0,0 0 15,0 0-15,0-40 0,40 40 0,-39 0 0,-1-40 16,0 40-16,0 0 0,40-40 0,-40 40 0,0 0 15,1-40-15,-1 40 0,0 0 16,-40-40-16,40 40 0,0 0 0,0-40 16,0 40-16,0 0 0,1-41 15,-1 41-15,0 0 0,0 0 0,0 0 16,0-40-16,0 40 0,0 0 16,1 0-16,-1 0 0,0-40 0,0 40 15,0 0-15,0 0 0,0-40 0,0 40 16,1 0-16,-1 0 0,0-40 15,0 40-15,0 0 0,0 0 0,0 0 0,0 0 16,1 0-16,-1-40 0,0 40 16,0 0-16,0 0 0,40-40 0,-40 40 0,1 0 15,-1 0-15,0-40 16,0 40-16,0 0 0,0-40 0,0 40 0,0 0 16,1 0-16,-1-41 15,0 41-15,0 0 0,-40-40 0,40 40 0,0 0 16,0-40-16,0 40 0,1-40 0,-1 40 0,40-40 15,-40 0-15,0 40 0,0-40 16,41 0-16,-41 40 0,0-40 0,0 40 0,0-40 16,40 40-16,-39-41 15,-1 41-15,0-40 0,0 40 0,0-40 0,0 40 16,0 0-16,0-40 0,-40 0 16,41 40-16,-1-40 0,0 40 0,0-40 0,0 40 15,0-40-15,0 40 0,0-40 0,1 40 0,-1-41 16,0 41-16,0-40 15,0 40-15,0-40 0,0 40 0,0-40 0,1 40 16,-1-40-16,0 40 0,0-40 16,0 0-16,0 40 0,0-40 0,0 0 15,1 0-15,-1-1 16,0 1-16,0 0 0,0 0 0,0 0 16,0 40-16,41-40 0,-41 0 15,0 0-15,0 40 0,0-40 0,0-1 0,0 41 16,0-40-16,1 0 0,-1 40 0,0-40 0,0 40 15,0-40 1,0 40-16,0-40 0,0 0 0,1 40 0,-1-40 16,0 40-16,0-40 15,0 0-15,0 40 0,0-41 0,0 1 0,1 0 16,-1 40-16,40-40 16,-40 0-16,0 0 0,0 0 0,0 40 0,1-40 15,-1 0-15,0-1 0,0 41 0,0-40 0,0 0 16,0 0-1,0 40-15,-40-40 0,41 40 0,-41-40 0,40 40 16,0-40-16,0 0 16,0 40-16,0-40 0,0 40 0,-40-40 0,41 40 15,-1-41-15,0 41 16,0-40-16,0 40 0,-40-40 0,40 0 0,0 40 16,0-40-1,1 40-15,-41-40 0,40 40 0,0-40 16,0 0-16,0 40 0,0 0 15,-40-40-15,40 40 0,0-41 16,1 1-16,-1 0 0,0 40 0,0-40 16,0 0-16,0 0 15,0 40-15,-40-40 0,40 0 0,1 40 16,-41-40-16,40 40 0,-40-40 16,40 40-16,-40-41 0,40 41 0,-40-40 0,40 40 15,0-40-15,0 40 0,0-40 0,1 40 16,-1-40-16,0 40 0,0-40 15,0 40-15,40-40 0,-40 40 0,1-40 16,-1 40-16,0-40 0,0 40 16,0-41-16,0 41 0,0-40 0,0 0 15,1 40 1,-41-40-16,40 40 0,0-40 0,-40 0 0,40 40 16,0-40-16,0 0 0,0 0 15,-40 0-15,40-1 0,41-39 0,-41 40 0,0 0 16,0 0-16,0 0 0,0 0 0,0 0 0,1-1 15,-1 41-15,0-40 0,0 0 16,0 0-16,0 40 0,0-40 0,0 0 16,1 0-1,-1 0-15,0 40 0,-40-40 0,40 40 0,0-40 16,0-1-16,0 41 16,-40-40-16,40 0 0,1 40 0,-41-40 0,40 40 15,-40-40-15,40 40 0,-40-40 0,40 40 16,-40-40-16,40 40 15,-40-40-15,40 40 0,-40-40 0,40 40 0,0-41 16,-40 1-16,41 40 16,-1-40-16,-40 0 0,40 40 0,0-40 0,0 0 0,0 0 15,0 0 1,1 40-16,-41-40 0,40 40 0,-40-40 16,40 40-16,-40-41 0,40 1 15,-40 0-15,40 0 0,0 0 16,0 0-16,0-40 0,-40 40 0,41-1 15,-1 1-15,0 0 0,0 40 16,-40-40-16,40 0 0,0 40 0,-40-40 0,40 40 16,0 0-1,-40-40-15,41 40 0,-41-40 0,40 0 16,0 0 0,-40-1-16,40 1 0,0 0 15,0 40-15,-40-40 0,40 40 0,0-40 16,1 40-16,-41-40 15,40 40-15,-40-40 16,40 40-16,-40-40 16,40 0-16,-40-1 0,40 1 15,0 0 1,-40 0-16,40 40 0,-40-40 0,40 0 0,1 0 16,-1 0-1,0 0-15,0 0 16,0 40-16,-40-41 0,40 41 31,-40-40-31,40 40 0,-40-40 0,40 0 16,1 40-16,-41-40 0,40 0 15,0 40-15,-40-40 0,40 40 0,-40-40 0,40 40 16,-40-40-16,40 40 16,-40-41-16,40 41 0,0-40 15,1 0-15,-1 0 16,-40 0-16,40 40 15,-40-40-15,40 0 0,0 0 0,-40 0 16,40 0-16,0-1 16,-40 1-16,40 0 0,1 0 0,-41 0 15,0 0-15,40 40 16,-40-40-16,40 0 0,-40 0 0,40-1 16,-40 1-16,40 40 15,0-40-15,-40 0 0,40 40 0,-40-40 0,40 40 16,-40-40-16,41 40 0,-41-40 0,40 40 0,0-40 15,-40 0 1,40 40-16,-40-40 0,40 40 0,-40-41 0,40 41 16,-40-40-16,40 0 15,0 0-15,-40 0 0,41 40 0,-1-40 16,0 0-16,-40 0 16,40 40-16,-40-40 0,40-1 0,0 1 15,0 0-15,0 0 0,-40 0 16,41 40-16,-41-40 15,40 40-15,-40-40 0,40 0 0,0 0 16,-40 0-16,40 40 16,-40-41-16,0 1 0,40 40 15,-40-40-15,0 0 16,40 0-16,1 0 16,-41 0-16,40 0 15,0 0-15,0 40 0,-40-41 0,40 41 16,-40-40-16,40 40 0,-40-40 0,40 40 0,-40-40 15,40 40-15,-40-40 16,41 40-16,-41-40 0,0 0 16,40 0-16,-40 0 15,0 0-15,40 40 0,-40-41 16,0 1-16,40 0 16,-40 0-1,0 0-15,40 40 0,-40-40 16,40 40-1,-40-40-15,0 0 32,40 40-32,-40-40 0,40-1 15,-40 1 1,41 40-16,-41-40 0,40 40 0,-40-40 31,40 40-31,0-40 0,0 40 16,-40-40-1,0 0 1,40 40-16,-40-40 16,40 40-1,-40-40-15,40 0 16,-40-1 0,41 41-16,-41-40 0,0 0 15,40 40-15,-40-40 0,0 0 16,40 40-1,-40-40-15,0 0 0,40 0 16,-40 0 0,0-1-16,40 41 15,-40-40-15,0 0 16,0 0 0,0 0-1,40 40 1,-40-40-16,0 0 31,40 40-31,-40-40 0,40 0 16,-40 0-1,0-1 1,41 41-16,-41-40 16,0 0-16,0 0 15,0 0-15,0 0 16,0 0-1,0 0-15,-41 40 0,41-40 0,0-1 16,-40 41 0,40-40-16,0 0 0,0 0 15,0 0 1,0 0-16,0 0 16,40 0-1,1 0-15,-41 0 16,0-1-16,40 41 0,-40-40 0,0 0 15,40 40-15,-40-40 16</inkml:trace>
  <inkml:trace contextRef="#ctx0" brushRef="#br0" timeOffset="22188.6875">10152 14036 0,'-40'0'16,"40"40"0,0 0-1,-40-40 48,40 41-48,0-1-15,-40-40 16,40 40 0,0 0 15,40-40 47,-40-40-78,40 40 16,0-40-16,0 0 31,-40-1-31,0 1 0,40 0 15,-40 0-15,0 0 16,40 40-16,-40-40 0,0 0 0,40 40 16,-40-40-16,41 40 15,-41-40-15,40 40 0,-40-40 0,40 40 16,-40-41-16,40 41 16,-40-40-16,40 0 0,0 0 15,-40 0-15,40 40 0,-40-40 0,40 0 16,1 0-1,-41 0-15,40 40 0,-40-41 0,40 1 0,0 0 16,0 0 0,-40 0-16,40 40 0,-40-40 0,40 40 0,-40-40 15,41 40-15,-41-40 16,40 40-16,-40-40 0,40 0 0,-40-1 16,40 1-16,0 0 0,0 0 15,-40 0-15,40 40 16,-40-40-16,40 0 0,1 0 0,-1 0 31,0-1-31,0 1 16,0 0-1,0 0-15,-40 0 0,40 40 0,-40-40 16,40 40-16,-40-40 16,41 0-16,-1 0 0,-40 0 0,40-1 15,-40 1-15,40 40 0,0-40 0,-40 0 16,40 0-16,-40 0 0,40 0 15,0 0-15,1 0 0,-41-1 0,40 1 16,-40 0-16,40 40 16,-40-40-16,40 0 0,0 0 0,-40 0 15,40 40-15,0-40 0,-40 0 16,40 0-16,1-1 0,-1 1 0,0 0 16,0 0-16,0 0 0,0 0 0,-40 0 0,40 0 15,0 0-15,1-1 16,-1 1-16,0 0 0,-40 0 0,40 0 0,0 0 15,0 0-15,0 0 0,-40 0 16,40 0-16,1-1 0,-1 1 0,0 0 0,0 0 16,0 0-16,0 0 15,-40 0-15,40 0 0,0 0 0,1-1 0,-1 1 16,0 0-16,0 0 0,0 40 16,0-40-16,0 0 0,-40 0 0,40 0 0,1 40 15,-1-40-15,-40 0 0,40-1 0,0 1 16,0 0-16,-40 0 15,40 0-15,-40 0 0,40 40 0,0-40 0,-40 0 16,41-41-16,-1 41 0,0 0 16,0 0-16,-40 0 0,40 0 0,0 0 0,0 0 15,-40 0-15,40 0 16,1-1-16,-1 1 0,-40 0 16,40 0-16,0 0 0,0 0 0,0 0 15,-40 0-15,40 0 0,0-1 16,1 1-16,-1 0 0,0 0 0,0 0 0,0 0 15,0 0 1,0 0-16,1 0 0,-1 0 0,0 40 16,-40-41-16,40 1 0,0 40 15,-40-40-15,40 0 0,0 40 0,-40-40 0,40 0 16,1 0-16,-1 0 16,0 40-16,0-40 0,0-1 0,-40 1 0,40 0 15,0 0-15,0 0 0,1 0 0,-1 40 0,0-40 16,-40 0-16,40 40 0,-40-40 15,40 40-15,-40-40 0,40 40 0,-40-41 16,40 41-16,-40-40 16,40 40-16,-40-40 0,41 40 0,-41-40 0,40 0 15,0 0-15,0 0 0,-40 0 16,40 0-16,0 40 0,0-41 0,0 1 0,1 0 16,-1 0-16,0 0 0,0 40 0,0-40 0,-40 0 15,40 40-15,-40-40 16,40 0-16,0 0 0,1 40 0,-41-41 15,40 1-15,0 40 0,0-40 16,0 0-16,0 0 0,0 40 0,0-40 16,1 0-16,-1 0 15,0 0-15,0 40 0,0-41 0,0 1 0,0 0 16,0 40-16,1-40 16,-1 40-16,-40-40 0,40 0 0,0 40 0,-40-40 15,40 40-15,0-40 0,0 0 0,0 0 16,1-1-16,-1 1 15,40 0-15,-40 0 0,0 0 0,0 0 0,0 0 16,1 0-16,-1 0 0,0-1 16,0 1-16,0 0 0,0 0 0,0 40 0,-40-40 15,40 40-15,-40-40 16,41 0-16,-1 0 0,0 0 16,0 0-16,-40-1 0,40 41 0,0-40 0,0 0 15,1 0-15,-1 40 0,0-40 16,0 0-16,0 0 0,0 0 0,0 40 0,0-40 15,1-1-15,-1 41 16,-40-40-16,40 40 0,0-40 0,0 0 16,0 40-16,0-40 15,0 40-15,1-40 0,-1 40 16,0-40 0,0 40-16,0-40 0,0 40 0,0-40 0,0 40 15,1-40-15,-1 40 0,0-41 0,0 41 0,0-40 16,0 0-16,0 40 15,0-40-15,1 0 0,-1 40 0,-40-40 16,40 40-16,0-40 16,0 40-16,0-40 0,0 0 0,0 40 0,1-41 15,-1 1-15,0 40 16,0-40-16,0 40 0,0-40 0,0 40 0,0-40 16,1 40-16,-41-40 0,40 40 0,0 0 0,0-40 15,0 40-15,0-40 16,0 40-16,0-40 0,1 40 0,-1-40 15,0 40-15,0-41 0,0 1 16,0 0-16,0 40 0,0-40 0,1 40 16,-1-40-16,0 40 15,0 0-15,0-40 0,0 40 0,0-40 0,0 40 16,1-40-16,-1 40 16,0 0-16,0-40 0,0 40 0,0-41 15,0 41-15,0-40 0,1 40 0,-1-40 0,40 40 16,-40-40-16,0 40 15,0-40-15,0 40 0,1-40 0,-1 40 0,0-40 16,0 40-16,0-40 0,0 40 16,0-40-16,1 0 0,-1 40 0,0-41 15,0 41-15,-40-40 16,40 40-16,0-40 0,-40 0 0,40 40 0,0-40 16,1 40-16,-1-40 0,0 40 0,0-40 15,0 40-15,0-40 0,0 40 16,0-40-16,1 40 0,-1-41 15,0 41-15,0-40 16,0 40-16,-40-40 0,40 40 16,0 0-16,0-40 15,1 40-15,-1 0 0,-40-40 16,40 40-16,0 0 16,0 0-16,0-40 0,0 40 15,0 0-15,1 0 0,-41-40 16,40 40-16,0 0 0,0 0 15,0-40-15,0 40 0,0 0 0,0 0 16,-40-40-16,41 40 16,-1 0-16,0 0 0,0 0 0,0-40 0,0 40 15,0 0-15,0 0 16,1 0-16,-1 0 0,-40-41 0,40 41 0,0 0 16,0 0-16,0 0 0,0 0 0,-40-40 15,40 40-15,1 0 16,-1 0-16,0-40 0,0 40 0,0 0 15,0 0-15,0-40 16,0 40-16,1 0 0,-41-40 0,40 40 16,0 0-16,0-40 15,0 40-15,0 0 0,0-40 16,0 40 0,1 0-16,-1 0 15,0-40-15,0 40 16,0 0-1,0-40-15,0 40 16,0 0-16,1 0 16,-1 0-16,0 0 0,-40-41 0,40 41 0,0 0 15,0 0 1,0 0 15,-40-40-15,41 40-16,-1 0 31,-40-40-31,40 40 16,0 0-1,-40-40-15,40 40 0,0 0 32,0 0-32,-40-40 15,40 40-15,1 0 16,-1 0-16,0 0 15,0 0 17,0 0-17,-40-40-15,40 40 16,0 0-16,-40-40 16,40 40-16,1 0 15,-41-40 1,40 40-16,0 0 0,-40-40 15,40 40 1,0 0-16,0 0 0,-40-40 16,40 40-1,0 0-15,-40-41 0,41 41 0,-1 0 16,0-40 0,0 40-16,0 0 15,0 0-15,0-40 0,0 40 31,1 0-31,-1 0 16,0 0-16,0 0 16,0 0-16,0 0 15,-40-40 1,40 40-16,0 0 0,1 0 16,-1 0-16,0 0 0,0 0 15,-40 40 1</inkml:trace>
  <inkml:trace contextRef="#ctx0" brushRef="#br0" timeOffset="26728.4212">10433 2847 0,'-80'40'125,"80"0"-47,40 0-78,0 0 15,-40 0-15,40 1 16,0-41 0,-40 40-16,40-40 0,-40 40 0,40 0 15,0-40-15,-40 40 0,41-40 0,-41 40 16,40 0-16,-40 0 15,40-40-15,-40 40 0,40-40 0,-40 40 16,0 1-16,40-41 16,-40 40-16,40-40 0,-40 40 0,40 0 0,1-40 15,-41 40-15,40 0 0,0 0 16,0 0-16,0 0 0,-40 1 16,40-1-16,-40 0 0,40-40 0,-40 40 15,0 0-15,40 0 16,1 0-16,-41 0 0,40 0 0,0 0 15,-40 1-15,40-1 16,0 0-16,0 0 0,-40 0 0,40 0 16,0 0-16,-40 0 15,41 0-15,-1 1 0,-40-1 0,40 0 0,0-40 16,-40 40-16,40 0 0,0-40 16,-40 40-16,40 0 0,0 0 0,-40 0 15,41-40-15,-41 40 0,0 1 0,40-1 16,-40 0-16,0 0 15,40-40-15,-40 40 0,0 0 0,40 0 16,-40 0-16,40-40 0,-40 40 16,0 1-16,40-1 0,0-40 0,-40 40 0,40 0 15,1 0-15,-1 0 16,0 0-16,-40 0 0,40 0 0,0 0 0,0 1 16,0-1-16,0 0 0,1 0 0,-1 0 15,0-40-15,0 40 0,0 0 16,0-40-16,0 40 0,0-40 0,-40 40 0,41-40 15,-1 41-15,-40-1 16,40-40-16,0 40 0,0 0 0,0 0 16,0-40-16,0 40 0,1 0 15,-1 0-15,0 0 0,0-40 0,0 40 16,-40 1-16,40-1 16,0-40-16,0 40 0,1 0 0,-41 0 0,40-40 15,0 40-15,0 0 0,0 0 0,0 0 16,0 1-16,0-41 0,-40 40 15,41 0-15,-1 0 0,0 0 0,0 0 0,0 0 16,0 0-16,40 40 16,-39-80-16,-1 81 0,0-41 0,0 0 0,0 0 15,0 0-15,0 0 0,0 0 16,1 0-16,-1-40 0,0 41 0,-40-1 0,40 0 16,0 0-16,-40 0 0,40 0 0,0 0 0,1-40 15,-1 40-15,-40 0 16,40 0-16,0 1 0,0-1 0,0 0 0,0 0 15,0 0-15,1-40 0,-41 80 16,40-80-16,0 40 0,0 0 0,0 1 0,0-1 16,0 0-16,0 0 15,1 0-15,-41 0 0,40 0 0,0-40 0,-40 40 16,40 0-16,0 0 16,0-40-16,-40 41 0,40-41 0,0 40 0,1 0 15,-1 0-15,0 0 0,0 0 0,0-40 16,0 40-16,0 0 15,0-40-15,1 40 0,-41 1 0,40-41 0,0 40 16,0 0-16,-40 0 0,40-40 16,0 40-16,0 0 0,-40 0 0,40-40 0,1 40 15,-41 0-15,40-40 16,0 40-16,-40 1 0,40-41 0,0 40 0,-40 0 16,40 0-16,0-40 0,-40 40 0,40 0 0,1 0 15,-1 0-15,-40 0 16,40-40-16,0 41 0,-40-1 0,40-40 0,0 40 15,0-40-15,-40 40 16,40 0-16,1-40 0,-41 40 0,40-40 0,0 40 16,0-40-16,-40 40 0,40 0 15,0-40-15,-40 40 0,40 1 0,0-1 16,1-40-16,-41 40 16,40-40-16,-40 40 0,40 0 0,0 0 15,0-40-15,-40 40 0,40-40 0,-40 40 0,40-40 16,0 40-16,1-40 0,-41 41 15,40-41-15,0 0 0,0 0 0,0 40 0,0-40 16,0 40 0,0-40-16,-40 40 0,41-40 0,-1 0 0,-40 40 15,40-40-15,0 40 16,0 0-16,0 0 16,0-40-16,-40 40 0,41 0 15,-41 1 1,40-41-16,-40 40 0,40-40 0,-40 40 0,40 0 15,0-40-15,-40 40 16,40-40-16,-40 40 0,40-40 0,-40 40 0,40-40 16,-40 40-1,41-40-15,-41 40 0,40-40 0,-40 41 16,40-41-16,-40 40 16,40-40-16,0 40 0,0-40 15,0 40-15,0-40 0,1 0 16,-41 40-16,40-40 15,-40 40-15,40-40 0,0 0 16,-40 40-16,40-40 16,-40 40-16,40-40 15,0 0 1,-40 40-16,40-40 0,1 0 16,-1 40-16,0-40 0,-40 41 0,40-41 15,0 40-15,0-40 0,-40 40 16,40-40-16,0 40 0,1-40 0,-1 40 0,0-40 15,0 0-15,0 40 16,0-40-16,0 40 0,0-40 0,1 0 0,-1 40 16,0-40-16,40 40 0,-40-40 15,0 0-15,-40 41 0,40-41 0,1 0 0,-1 40 16,0-40-16,0 40 16,0-40-16,0 40 0,0-40 15,-40 40-15,40-40 0,1 0 0,-41 40 16,40-40-16,0 0 15,0 0-15,-40 40 0,40-40 0,0 0 0,-40 40 16,40-40-16,0 0 16,1 40-16,-1-40 0,0 0 0,0 40 15,0-40-15,0 41 16,0-41-16,0 0 0,1 0 0,-1 0 0,0 0 16,0 40-16,0-40 0,0 0 0,0 0 15,0 40 1,1-40-16,-1 0 0,0 0 15,-40 40-15,40-40 0,0 0 16,0 0-16,0 40 0,0-40 16,1 0-1,-41 40-15,40-40 0,0 0 0,-40 40 0,40-40 16,0 0-16,0 40 16,0-40-16,1 0 0,-1 0 0,-40 40 0,40-40 15,0 0-15,0 41 0,0-41 0,0 0 16,0 40-1,1-40-15,-1 0 16,0 40 0,0-40-16,0 0 31,0 40-31,0-40 0,0 0 16,-40 40-16,41-40 0,-1 0 15,0 0 1,-40 40-1,40-40 1,0 0-16,0 40 16,0-40-1,0 0 1,1 40 0,-1-40-16,0 0 0,0 40 15,0-40-15,0 0 0,0 40 16,0-40-1,1 41-15,-1-41 0,0 0 16,0 40 0,0-40-16,0 0 0,0 0 15,0 40 1,1-40-16,-1 0 0,0 40 16,0-40-16,0 0 0,0 40 0,0-40 15,0 40 1,1-40-16,-1 0 0,-40 40 15,40-40-15,0 0 16,0 40-16,0-40 16,-40 40-1,40-40-15,0 0 32,1 0-17,-41 41-15,40-41 0,0 0 16,0 0-1,-40 40-15,40-40 0,0 0 16,0 0 0,-40 40-16,40-40 0,1 0 31,-1 0-15,0 0-1,-40-40 1,40 40-16,0 0 15,0 0 1,0 0-16</inkml:trace>
  <inkml:trace contextRef="#ctx0" brushRef="#br0" timeOffset="30378.13">10593 2566 0,'0'40'0,"0"-80"0,0 120 125,-40-80-62,80 0-32,0 0 0,1 40-31,-1-40 16,0 41 0,0-41-16,0 0 0,-40 40 15,40-40-15,0 0 0,1 0 0,-1 0 0,0 40 16,0-40-1,0 0-15,0 40 0,0-40 0,0 0 0,1 0 16,-1 0-16,-40 40 0,40-40 16,0 0-16,0 0 0,0 40 0,0-40 15,0 40 1,1-40-16,-1 40 0,0-40 0,0 0 16,0 40-16,0-40 0,0 0 0,-40 41 0,40-41 15,1 40-15,-1-40 0,0 40 16,0-40-16,0 0 0,0 40 0,0-40 0,0 40 15,1-40-15,-1 40 16,0-40-16,-40 40 0,40-40 0,0 40 0,0-40 16,0 40-16,0-40 0,1 40 15,-1-40-15,0 41 0,0-41 0,0 40 0,0-40 16,0 0-16,0 0 0,1 40 0,-1-40 16,0 40-16,0 0 15,0-40-15,0 0 0,-40 40 0,40-40 16,0 40-16,1-40 0,39 40 15,-40-40-15,40 40 0,-40 1 0,41-41 0,-1 40 16,0-40-16,-40 40 16,40-40-16,-39 40 0,39-40 0,-40 40 0,40-40 15,-40 0-15,0 40 0,1-40 16,-1 0-16,-40 40 0,40-40 0,0 0 0,0 40 16,0-40-16,0 0 0,0 40 15,1-40-15,-1 40 16,40-40-16,-40 41 0,40-41 0,-39 40 0,39-40 15,0 40-15,0-40 0,-40 40 16,41 0-16,-1-40 0,-40 40 0,40-40 0,-40 40 16,1-40-16,-1 40 15,0-40-15,0 40 0,0-40 0,0 41 16,0-41-16,0 40 0,1-40 16,-1 40-16,0 0 15,0-40-15,-40 40 0,40-40 0,0 40 0,0-40 16,0 0-16,1 40 15,-1-40-15,0 40 0,0-40 0,-40 40 0,40-40 16,0 40-16,0-40 0,0 41 16,1-1-16,-1-40 0,-40 40 0,40 0 0,0-40 15,0 40-15,0 0 16,0-40-16,-40 40 0,40 0 0,1-40 0,-1 40 16,0 1-16,0-1 0,0-40 0,0 40 15,0-40-15,0 40 0,1-40 16,-1 40-16,40 0 0,-40-40 0,40 40 0,-40 0 15,1-40-15,39 40 16,-40 0-16,0 1 0,0-41 0,40 40 0,-39-40 16,-1 40-16,0 0 0,0-40 15,-40 40-15,40-40 0,0 40 0,0-40 0,0 40 16,1-40-16,39 40 0,-40-40 0,0 40 0,0-40 16,41 41-16,-41-1 15,0-40-15,40 40 0,-40 0 0,0-40 0,0 40 16,41 0-16,-41-40 0,0 40 15,40 0-15,-40-40 0,0 40 0,1 0 0,-1-40 16,0 41-16,0-41 16,40 40-16,-40-40 0,0 40 0,1-40 0,-1 40 15,0-40-15,0 40 0,0-40 16,0 40-16,0-40 0,0 40 0,1-40 0,-1 40 16,0 0-16,0 1 0,0-1 0,0 0 15,0 0-15,0 0 16,1 0-16,-1 0 0,-40 0 0,40 0 15,0 0-15,0 1 0,0-1 16,0 0-16,-40 0 0,40 0 0,1-40 16,-1 40-16,0-40 15,-40 40-15,40-40 0,0 40 0,0-40 0,0 40 16,0-40-16,1 41 0,-1-1 0,0-40 0,0 40 16,0-40-16,0 40 0,0-40 15,41 40-15,-41 0 0,0 0 0,0-40 0,0 40 16,40 0-16,-40 0 15,1-40-15,-1 41 0,0-1 0,0 0 0,0-40 16,40 40-16,-40 0 0,1 0 16,-1 0-16,0-40 0,-40 40 0,40-40 15,0 40-15,0-40 16,-40 41-16,40-41 0,0 40 0,1-40 0,-1 40 16,0-40-16,0 40 0,0 0 0,0 0 15,0 0-15,1-40 0,-41 40 16,40 0-16,0-40 0,-40 40 0,0 1 0,40-41 15,-40 40-15,40 0 16,-40 0-16,0 0 0,40 0 0,-40 0 0,40-40 16,-40 40-16,40 0 0,-40 1 15,41-1-15,-1-40 0,-40 40 0,40 0 0,-40 0 16,40 0-16,0 0 0,-40 0 0,40 0 0,-40 0 16,40 1-16,0-1 15,-40 0-15,41 0 0,-41 0 0,40 0 0,0 0 16,-40 0-16,40 0 0,0 1 15,0-1-15,0 0 0,0 0 16,-40 0 0,41-40-16,-1 40 0,-40 0 0,40-40 0,0 40 15,-40 0-15,40-40 0,0 40 16,-40 1-16,40-1 0,0 0 0,-40 0 16,41 0-16,-1 0 0,0 0 15,-40 0-15,40-40 16,0 40-16,0 1 15,0-1 1,0 0-16,-40 0 16,41-40-1,-41 40-15,0 0 0,40-40 0,-40 40 16,40 0-16,-40 0 0,40 0 16,-40 1-1,40-1-15,-40 0 16,0 0-1,40-40-15,-40 40 16,0 0 0,0 0-16,40-40 0,-40 40 0,0 0 15,0 1 1,0-1-16,0 0 16,40 0-16,-40 0 15,0 0-15,0 0 16,0 0-16,0 0 15,0 0 1,0 1-16,0-1 0,0 0 16,41 0-16,-41 0 0,40 0 15,-40 0-15,0 0 0,40 0 16,-40 1-16,40-1 16,-40 0-1,0 0 1,0 0-1,40-40-15,-40 40 0,0 0 16,40 0 0,-40 0-16,40-40 15,-40 40-15,40 1 16,1-41 0,-41 40-1,40-40 1,-40 40-16,0 0 15,40-40 1,-40 40 0,0 0-1,40 0 1,-40 0-16,40-40 16,-40 40-16,0 1 15,40-41-15,-40 40 16,0 0-1,40-40-15,-40 40 16,0 0 0,0 0-16,0 0 31,0 0-31,0 0 16,0 0-1,-40-40 1,40 41-16,0-1 0,0 0 31,0 0-31,-40-40 16,40 40-16,0 0 15,0 0-15,0 0 16,0 0-16,0 1 0,40-41 16,-40 40-16,0 0 15,40-40-15,-40 40 0,0 0 0,40-40 16,-40 40-16,41 0 0,-41 0 15,40-40-15,-40 40 0,40-40 32,0 0-1,-40-40-31</inkml:trace>
  <inkml:trace contextRef="#ctx0" brushRef="#br0" timeOffset="32288.0934">9791 15440 0,'-40'0'0,"0"0"16,40-40-16,-41 40 94,1 0-79,0 0-15,0 0 16,0 0-16,0 0 16,40 40-16,-40-40 0,0 40 0,-1 40 15,1-40-15,0-40 16,0 40-16,0 1 0,40-1 0,-40 0 0,40 0 15,-40-40-15,40 40 0,0 0 16,-40-40-16,40 40 0,0 0 0,0 0 16,0 1-16,40-41 15,-40 40-15,0 0 0,80-40 0,-80 40 0,40-40 16,0 0-16,0 0 0,0 0 0,1 0 16,-1 0-16,0 0 0,0 0 15,0-40-15,0 40 0,0-40 0,0 40 0,1-40 16,-1 40-16,-40-41 15,40 1-15,0 40 0,-40-40 0,40 0 16,-40 0-16,40 0 16,-40 0-16,0 0 0,0 0 15,40 40 1,-40-41-16,0 1 16,0 0-16,-40 0 15,0 40 1,40-40-16,-40 40 0,0-40 31,0 40-31,0 0 0,-1 0 16,1 0-16,0 0 15,0 0-15,0 0 0,0 40 0,0-40 0,0 0 16,-1 40-16,1-40 0,0 0 0,0 40 16,0-40-1,0 40-15,0-40 0,40 40 0</inkml:trace>
  <inkml:trace contextRef="#ctx0" brushRef="#br0" timeOffset="33848.003">24838 15360 0,'0'0'0,"-40"0"0,40-40 16,0 0 0,0-1-1,0 1-15,40 40 16,-40-40-1,40 40-15,-40-40 0,40 40 0,1 0 0,-1 0 16,40 0-16,-40 0 0,0 0 16,0 40-16,0 40 0,1-39 0,-41-1 15,0 40-15,0-40 16,0 40-16,0 0 0,-41-40 0,41 41 0,-80-41 16,40 40-16,0-40 0,0 0 0,-40 0 0,39 0 15,1 1-15,0-1 0,-40 0 16,40-40-16,0 40 0,0-40 0,40 40 0,-41-40 15,1 0-15,40-40 16,0 0 0,40 40-16,-40-40 0,81 0 15,-81-1-15,40 41 0,0-40 0,0 40 0,0 0 16,0 0-16,0 0 0,1 40 16,-1 1-1,0-41-15,-40 80 0,40-80 0,-40 40 0,40-40 16,-40 40-16,40-40 0,0 40 15,0-40-15,1 0 0,-1 0 16,0 0 0,0 0-16,-40-40 0</inkml:trace>
  <inkml:trace contextRef="#ctx0" brushRef="#br0" timeOffset="34197.9797">26162 15440 0,'-40'0'31,"80"0"-31,-80-40 16,0 40 0,40 40-1,0 0-15,0 0 16,0 0-16,0 0 15,0 0-15,0 1 0,40-1 0,-40 0 16,40 0-16,-40 0 16,41 0-16,-41 0 0,0 0 15,0 0-15,0 1 16,0-1-16,-81 0 0,41 0 16,-40 0-16,40-40 0,0 0 15,0 0-15,-1 0 0,1 0 16,0 0-16,40-40 0,0 0 15,0 0-15,0 0 16,40-1-16</inkml:trace>
  <inkml:trace contextRef="#ctx0" brushRef="#br0" timeOffset="34347.9713">26042 15681 0,'40'-81'0,"-80"162"0,120-202 0,-40 1 16,-40 80-16,0 0 0,0 0 16,41 0-1,-41-1-15,120-39 16,-80 80-16,0 0 0,40-40 15,-39 40-15,79-40 16,-80 40-16,121-40 16</inkml:trace>
  <inkml:trace contextRef="#ctx0" brushRef="#br0" timeOffset="34657.8823">27406 14999 0,'-40'0'15,"80"0"-15,-120 0 0,40 120 16,0-80 0,0 0-16,40 41 15,0-41-15,0 80 16,80 40-1,-80 41 17,-120-41-17,-1-120 1,81-40 0,0 0-16,40-40 0</inkml:trace>
  <inkml:trace contextRef="#ctx0" brushRef="#br0" timeOffset="34787.9452">27125 15400 0,'121'-161'16,"-242"322"-16,282-362 0,-121 161 15,0 0-15,201-80 16,40-1 0,-40-39-1</inkml:trace>
  <inkml:trace contextRef="#ctx0" brushRef="#br0" timeOffset="36097.8695">6300 1844 0,'-40'0'0,"0"0"16,-1 0-16,41-40 16,0 0-1,41 40-15,-41-40 0,40 40 16,0 0-16,40-40 15,-40 40-15,0 0 0,0 0 16,1 0-16,-1 40 16,0-40-16,0 0 0,-40 40 0,40-40 15,-40 40-15,40-40 0,-40 40 16,0 0-16,0 0 0,0 1 0,-40-1 16,40 0-16,-80 0 0,40 0 0,0 0 0,-1 0 15,-39 0-15,40 0 16,0 1-16,-40-1 0,40 0 0,-1-40 0,41 40 15,-40-40-15,0 40 0,40-80 32,80 40-17,-80-40-15,41 40 0,-1-80 0,0 80 0,0-41 16,0 41-16,0 0 0,0-40 0,0 40 16,1 0-16,-1 0 15,-40 40-15,40-40 0,-40 41 0,40-1 16,0 0-1,-40 0 1,40-40-16,0 0 16,0 0-16</inkml:trace>
  <inkml:trace contextRef="#ctx0" brushRef="#br0" timeOffset="36387.8507">7383 1644 0,'-80'0'15,"160"0"-15,-200 40 16,120 0-16,0 0 0,0 0 16,0 40-1,40 41 16,-40-41-31,0-40 0,0 40 32,0-40-32,-40 0 0,0 1 15,0-41 1,-41 0-16</inkml:trace>
  <inkml:trace contextRef="#ctx0" brushRef="#br0" timeOffset="36547.8415">7343 1764 0,'40'-120'31,"-80"240"-31,80-280 0,0 120 0,1-1 0,119-79 16,-80 80 0,-40 40-16,41-40 15,-41 0-15,0 40 0</inkml:trace>
  <inkml:trace contextRef="#ctx0" brushRef="#br0" timeOffset="36807.8316">8065 1203 0,'-40'0'31,"80"0"-31,-80 40 15,40 0-15,0 40 16,40-40 0,-40 0-16,41 40 15,-41-39-15,0-1 0,0 40 16,-41-40 0,41 40-1,-40-120 1</inkml:trace>
  <inkml:trace contextRef="#ctx0" brushRef="#br0" timeOffset="36967.8188">8226 1162 0,'0'-80'16,"0"160"-16,80-280 15,-40 160-15,41 0 16,-1 0-1,-40 40 1,0-40-16</inkml:trace>
  <inkml:trace contextRef="#ctx0" brushRef="#br0" timeOffset="38017.7539">16773 15761 0,'0'-40'0,"0"0"16,-40 40-1,40 40 1,0 0-1,0 0-15,0 0 16,0 0-16,0 0 0,0 0 0,0 0 16,0 1-16,0-1 15,0 0-15,0 0 0,0 0 0,0 0 0,0 40 16,0-40-16,0 0 0,0 1 0,-40-1 0,40 0 16,0 0-16,0 0 0</inkml:trace>
  <inkml:trace contextRef="#ctx0" brushRef="#br0" timeOffset="38317.7367">16733 15841 0,'-81'-80'16,"162"160"-16,-242-240 31,121 160-31,0-41 16,40 1-1,0 0-15,120-40 16,-80 80-16,121-40 31,-121 0-31,0 40 0,81 0 16,-81 0-16,0 0 0</inkml:trace>
  <inkml:trace contextRef="#ctx0" brushRef="#br0" timeOffset="38547.7231">16412 16563 0,'-40'40'31,"80"-40"-31,-40-40 16,281 40-1,-41 0 1,-79-40 15,-81 0-31</inkml:trace>
  <inkml:trace contextRef="#ctx0" brushRef="#br0" timeOffset="38867.7038">17896 15520 0,'0'-40'16,"0"80"-16,-40-80 0,0 0 0,0 40 16,40 40-1,0 40 1,-40 81 0,-40 160-1,-1 39 16,41-79-15,40-80 0,0-161-16</inkml:trace>
  <inkml:trace contextRef="#ctx0" brushRef="#br0" timeOffset="39137.6878">18418 16042 0,'-40'0'16,"0"0"-16,40 40 31,0 0-31,0 160 31,0-160-31,0 121 0,0-81 0,-80 201 32,-1 40-17,81-241 1,0-40-16,0 0 16</inkml:trace>
  <inkml:trace contextRef="#ctx0" brushRef="#br0" timeOffset="39457.5975">18458 16162 0,'-80'-80'16,"160"160"-16,-160-281 15,80 161-15,40 0 16,0 40-16,201-80 15,-201 80-15,0-40 0,121 40 32,-81 120-17,-40-80-15,-40 81 16,0-81-16,-80 0 0,80 0 16,-80 40-16,-1-40 0,-159 80 31,159-120-31,1 41 0,-80-1 15,119 0-15,1-40 0</inkml:trace>
  <inkml:trace contextRef="#ctx0" brushRef="#br0" timeOffset="39917.6416">15569 18047 0,'0'-40'15,"0"0"-15,0 120 32,0-40-17,0 0-15,0 0 0,0 0 0,0 0 0,40 0 16,-40 1-16,0-1 0,40 0 16,-40 0-16,0 0 0,0 0 0,40-40 15</inkml:trace>
  <inkml:trace contextRef="#ctx0" brushRef="#br0" timeOffset="40197.5549">15689 18287 0,'0'0'0,"0"-40"0,0-40 0,-40 40 0,40 0 0,0-40 16,0 40-16,0-41 0,0 41 15,0-40-15,40 40 0,-40 0 0,41-40 0,-41 40 16,40-1-16,0 41 15,0-40-15,0 0 0,0 40 0,0 0 0,0 0 16,1 0-16,-1 40 16,-40 41-16,40-81 0,-40 40 15,0 0-15,0 0 0,0 0 0,-80 0 0,80 0 16,-41 0-16,1 0 16,0-40-16,0 40 0,0 1 0,0-41 0,0 40 15,0-40-15,-1 0 0,1 0 16,0 0-16,0 0 0</inkml:trace>
  <inkml:trace contextRef="#ctx0" brushRef="#br0" timeOffset="40407.5552">16171 17967 0,'40'40'31,"0"-40"-31,0 40 16,0 40 0,1-80-16,-1 120 15,0-80-15,-40 1 0,0 39 16,0-40-16,0 0 16,0 0-16,-40-40 0</inkml:trace>
  <inkml:trace contextRef="#ctx0" brushRef="#br0" timeOffset="40597.6024">16412 17806 0,'0'0'0,"0"-40"16,-40 40-16,40-40 15,-41 40-15,41 40 31,41 0-15</inkml:trace>
  <inkml:trace contextRef="#ctx0" brushRef="#br0" timeOffset="40827.5879">16733 18047 0,'40'0'15,"0"0"1,0 0-16,0 0 0,0 40 0,0-40 0,1 40 16,-1-40-16,-40 40 15,40 0-15,0-40 0,0 40 0,-40 0 0,40-40 16,-40 41-16,0-1 15,40-40-15,-40 40 0</inkml:trace>
  <inkml:trace contextRef="#ctx0" brushRef="#br0" timeOffset="41027.5766">17335 18087 0,'0'0'31,"0"-40"-31,0 0 0,-41 40 0,1 0 15,-40 40 1,-121 160 0,1 1-1,79-41 1,121-120 0</inkml:trace>
  <inkml:trace contextRef="#ctx0" brushRef="#br0" timeOffset="41597.5443">17696 18247 0,'80'0'16,"-40"-40"-16,0 40 31,81-80-16,-121 40 1,40 40-16,-40-80 16,0 40-16,-40 40 15,-81 40 1,81 0-16,-40 0 16,40 0-16,40 40 15,40 0 16,80-39-15,-80-41 0,0 0-16,81 0 15,-81 0-15,-40-41 0,40 41 0,81-120 32,-41-40-17,0-41 1,-40 41 15,-40 120-15,-40 40-1,40 40 1,-40-40-16,40 40 0,0 0 0,0 0 16,-40 0-16,40 0 0,0 0 15,0 0-15,-40 1 0,40-1 0,0 40 0,0-40 16,0 0-16,0 0 15,0 0-15,0 0 0,0 1 0,0-1 0,0 0 16,0 0-16,0 0 16,80-40-16,-80 40 0</inkml:trace>
  <inkml:trace contextRef="#ctx0" brushRef="#br0" timeOffset="42807.3988">1605 7700 0,'0'0'16,"-40"-40"-16,40-1 16,40 1-16,80 0 15,1-40 1,39 80-1,1 80 17,-81 81-17,-80 39 1,-40-160 0,-201 121-1,201-161-15,-80 40 16,80-40-16,-121 0 15,81-121 1,80-79 15,120 40-15,41 79 0,-81 81-1</inkml:trace>
  <inkml:trace contextRef="#ctx0" brushRef="#br0" timeOffset="43067.4163">2528 7098 0,'0'-80'15,"-40"80"-15,40-40 16,0 80 0,0 200-1,0-119 1,0 200 0,0-241-16,-80 160 15,80-199-15,0-1 0,0 0 16,-81 160-1</inkml:trace>
  <inkml:trace contextRef="#ctx0" brushRef="#br0" timeOffset="43317.4435">3571 7499 0,'-40'0'16,"80"0"-16,-120 0 0,0-40 16,40 120-16,40-40 15,0 121 1,80 79 0,-80 1-1,-40-121 16</inkml:trace>
  <inkml:trace contextRef="#ctx0" brushRef="#br0" timeOffset="43587.4253">3571 7379 0,'-40'-40'15,"80"80"-15,-80-321 16,40 241-16,40-40 31,121 80-15,-121 40-1,0 200 1,-80 41 0,-40-241-16,-81 81 15,121-81-15,0-40 0,-81 40 31,41-40-31,40 0 0</inkml:trace>
  <inkml:trace contextRef="#ctx0" brushRef="#br0" timeOffset="44267.3845">1565 10066 0,'-40'0'15,"40"40"16,0 0-31,0 0 16,0 0-16,0 40 0,0-39 0,0-1 16,0 0-16,0 0 15,0 0-15,0 0 0,0 0 0,0 0 0,0 0 16,0 1-16,0-82 31,0 1-31,0 0 16,0 0-16,0 0 15,0 0-15,0 0 0,0-40 0,0 39 0,40-39 16,-40 0-16,0 0 0,40 0 16,-40-1-16,0 1 0,40 0 0,-40 40 0,40-40 15,-40 40-15,40-1 0,-40 1 0,41 0 0,-1 40 16,-40-40-16,40 40 16,0 0-16,0 0 0,-40 80 15,40-80-15,-40 40 0,40 1 16,-40-1-16,0 0 0,0 0 0,0 0 0,0 0 15,0 0-15,-40 0 16,40 0-16,-40 1 0,40-1 0,-80 0 0,40-40 16,0 40-16,-1-40 0,1 40 15,0-40-15,0 0 0,0 0 0,40 40 16,-40-40-16</inkml:trace>
  <inkml:trace contextRef="#ctx0" brushRef="#br0" timeOffset="44527.3135">2367 9986 0,'0'80'15,"0"-40"1,0 0-16,0 0 0,0 0 16,0 0-1,0 0-15,0 1 0,0-1 0,0 0 16,0 0-16,0 0 0,-40-40 16</inkml:trace>
  <inkml:trace contextRef="#ctx0" brushRef="#br0" timeOffset="44727.3576">2367 9544 0,'0'0'0,"0"-40"15,-80 40 1,80-40-1,40 40 1</inkml:trace>
  <inkml:trace contextRef="#ctx0" brushRef="#br0" timeOffset="44947.3451">2608 9785 0,'0'0'15,"0"40"-15,40 40 32,0-80-32,121 81 15,-121-41-15,-40 0 0,40-40 0,40 160 32,-39-39-17,-41-81 1,-41 0-1</inkml:trace>
  <inkml:trace contextRef="#ctx0" brushRef="#br0" timeOffset="45137.3334">3130 9986 0,'0'0'0,"0"-81"16,0 41-1,-40 80 16,40 1-15,0-1-16,-81 0 0,81 0 16,-40-40-16,40 40 0,-40 0 0,0 0 0,40 0 15,-40 0-15,0 0 0,0 1 16,40-1 0</inkml:trace>
  <inkml:trace contextRef="#ctx0" brushRef="#br0" timeOffset="45637.3047">3571 10226 0,'40'0'16,"1"0"-16,-1-40 16,0 0-1,120-120 1,-120 39-1,-40 81 17,-120 80-17,0 81 1,120-1 0,0-80-16,40 80 31,160-80-16,-79-80 1,39-120 0,-79-41-1,-41 121 1,-40-201 0,0 121-1,-40 160 1,40 80-1,0 0 1,-41 322 0,162 39-1,79-120 1</inkml:trace>
  <inkml:trace contextRef="#ctx0" brushRef="#br0" timeOffset="48447.14">20625 17164 0,'-40'0'0,"0"0"16,40-40-1,0 0 17,-40 40-1,120 0-16,-40 0 1,0 40-16,40-40 16,-40 0-16,1 40 0,39-40 0,-40 0 0,40 0 15,-40 0-15,41 0 0,-41 0 0,0 41 0,0-41 16,40 0-16,-40 0 0,0 0 16,1 0-16,-1 0 0,0 0 0,0 0 15,0 0 1,0 40-16,0-40 0,0 0 15,1 0 1</inkml:trace>
  <inkml:trace contextRef="#ctx0" brushRef="#br0" timeOffset="48847.0438">21508 16844 0,'0'0'0,"-40"-40"16,-1 40-16,1-41 0,80 82 47,1-1-47,-1 0 15,0 0-15,0-40 16,0 40-16,0 0 0,0 0 15,0-40-15,1 40 16,-1-40-16,0 0 0,0 40 16,-80-40 31,0 40-47,0-40 15,-1 0-15,1 81 0,0-81 0,0 40 16,0 0-16,0 0 0,0 0 15,0 0-15,-41 0 0,41 41 0,0-41 16,-40 0-16,40 0 0,0 0 16,-1-40-16,1 40 0,0 0 0</inkml:trace>
  <inkml:trace contextRef="#ctx0" brushRef="#br0" timeOffset="50186.9629">6019 6697 0,'-40'0'0,"0"0"15,0 0 1,80-40 62,-40 0-78,40 0 0,-40 0 16,40-1-16,-40 1 15,0 0-15,40 0 0,-40 0 0,40 0 0,-40-40 16,0 40-16,40-41 0,-40 1 15,40 40-15,-40-40 0,0 0 0,0-1 0,41 1 16,-41 0-16,0 0 16,0 40-16,0-40 0,0 39 0,0 1 0,0-40 0,0 40 15,0 0-15,0 0 0,0 0 0,0 0 16,0-1-16,0 1 16,-41 40 15,1 0-16</inkml:trace>
  <inkml:trace contextRef="#ctx0" brushRef="#br0" timeOffset="50606.9379">6340 4772 0,'-40'0'16,"80"0"-16,-160-40 16,79 40-1,41 40-15,-40-40 0,0 40 16,40 0-16,-40-40 16,0 40-16,40 0 0,-40 0 0,0 1 0,40-1 15,-40-40-15,-1 40 0,1 0 16,40 0-16,-40-40 0,0 40 0,40-80 47,40 0-47,-40 0 0,40 0 0,-40 0 15,40-1-15,-40 1 0,41 0 16,-1 0-16,0 40 0,0-40 0,0 40 16,0 0-16,0 0 15,0 0-15,1 0 0,-1 40 16,0-40-1,0 80-15,0-40 0,40 1 0,-40-1 0,1 0 16,39 0-16,-40 0 16,0 0-16,0 0 0,0 0 0,0 0 0,1 1 0</inkml:trace>
  <inkml:trace contextRef="#ctx0" brushRef="#br0" timeOffset="133422.0445">23394 4170 0,'-40'0'0,"40"40"94,0 1-78,40-41 62,-40-41-62,40 41-1,0 0 16,0 41-15,0-41 0,0 0-16,-40 40 0,40-40 15,-40 40-15,41-40 0,-1 0 16,0 40 0,0-40-16,0 0 15,0 0-15,-40 40 16,40-40-16,0 0 0,1 0 0,-1 0 15,0 40-15,0-40 16,0 0-16,0 40 0,0-40 0,0 0 16,1 40-16,-1-40 0,0 40 15,0-40-15,0 0 0,-40 41 16,40-41-16,0 0 0,0 0 0,1 0 16,-1 0-16,40 0 15,-40 0-15,0 0 0,0 0 0,41 0 0,-41 0 16,40 0-16,-40 0 0,40 0 15,1 0-15,-41 0 0,40 0 0,-40 0 0,40 0 16,-39 0-16,-1 0 16,0 0-16,0 0 0,0 0 0,0 0 15,0 0-15,0 0 0,1 0 0,-1 0 16,40 0-16,-40 0 0,0 0 16,40 0-16,-39 0 0,39 0 0,-40-41 0,40 41 15,-40 0-15,0 0 16,1 0-16,39-40 0,-40 40 0,0 0 0,0 0 15,0 0-15,0 0 0,1-40 16,-1 40-16,0 0 0,0 0 16,0 0-16,0-40 15,0 40-15,0 0 0,1 0 16,-1 0-16,0-40 0,0 40 16,0 0-16,0 0 15,0 0-15,0 0 0,1-40 0,-1 40 16,0 0-16,0 0 15,0-40-15,0 40 0,0 0 0,0 0 0,1 0 16,-41-40-16,40 40 0,0 0 16,0 0-16,-40-40 0,40 40 0,0 0 0,0 0 15,0-41-15,1 41 0,-1 0 16,0-40 0,0 40-16,0 0 0,0 0 0,0 0 0,41 0 15,-41-40-15,0 40 0,0 0 16,0 0-16,0 0 0,0 0 15,0 0 1,-40-40 15,-40 0 16,0 40-47,0 0 0,0 0 0,0-40 16,0 40-16,0 0 0</inkml:trace>
  <inkml:trace contextRef="#ctx0" brushRef="#br0" timeOffset="134301.9917">24357 3930 0,'-40'0'47,"-1"0"-47,41 40 16,-40-40 0,0 40-16,0-40 0,40 40 15,-40-40-15,0 0 16,0 40-16,0-40 0,-1 0 0,1 0 0,0 40 15,0-40-15,0 0 0,0 40 16,0-40-16,0 0 0,-1 40 0,1-40 0,0 0 16,0 0-16,0 0 0,0 0 0,0 0 62,40 41 1,40-1-48,0-40-15,0 0 0,-40 40 16,40 0-16,40-40 16,-39 40-16,-1-40 0,40 40 0,0 0 0,-40-40 15,41 40-15,-1-40 0,-40 40 16,40-40-16,-40 41 0</inkml:trace>
  <inkml:trace contextRef="#ctx0" brushRef="#br0" timeOffset="137551.8013">9951 14197 0,'40'0'32,"1"0"-17,-1 0 1,-40 40 31,0 0-32,0 0 1,40-80 78,0 0-79,0 40 1,-80 0 15,40 40-31,-80-40 16,80 40-16,-40-40 16,40-40 46,40 40-62,-40-40 16,40 40-16,0 0 15,0 0 1,-40-40-16,0 80 47,-40-40-16,0 0-15,80 0 46,0 0-31,0 0-15,-80 0 15,40 40-15,-40-40 0,0 0 15,40-40-31,0 0 0,40 40 62,-40 40-46,0-80 93,40 40-46</inkml:trace>
  <inkml:trace contextRef="#ctx0" brushRef="#br0" timeOffset="138221.7594">12078 14116 0,'40'0'16,"0"0"-16,0 0 15,-80 0 48</inkml:trace>
  <inkml:trace contextRef="#ctx0" brushRef="#br0" timeOffset="141221.6577">10032 14076 0,'40'0'31,"0"0"-15,0 0-1,-40 40 48,-40-40-47,0 41-16,0-41 31,80 0 16,0 0-16,0 0 78,0 0-46,-40 40-63,0 0 15,-40-40 1,40 40-16,-40-40 0,40 40 16,0-80 15,0 0-15,40 0-16,0 40 15,-40-40 1,40 40-1,0 0 1</inkml:trace>
  <inkml:trace contextRef="#ctx0" brushRef="#br0" timeOffset="142441.5854">13683 12071 0,'0'-40'141</inkml:trace>
  <inkml:trace contextRef="#ctx0" brushRef="#br0" timeOffset="142581.5771">13683 12071 0,'0'40'16,"-40"-40"15,40 40-15</inkml:trace>
  <inkml:trace contextRef="#ctx0" brushRef="#br0" timeOffset="142751.5672">13723 12392 0,'0'0'0,"-40"0"15,40 40 32,0 0-31</inkml:trace>
  <inkml:trace contextRef="#ctx0" brushRef="#br0" timeOffset="142941.5568">13643 12873 0,'-40'40'15,"80"-80"-15,-80 120 16,80-80 0,0 0-1,0 0-15,-40 41 16</inkml:trace>
  <inkml:trace contextRef="#ctx0" brushRef="#br0" timeOffset="143071.5508">13723 13354 0,'-40'41'15,"80"-82"-15,-80 122 16</inkml:trace>
  <inkml:trace contextRef="#ctx0" brushRef="#br0" timeOffset="143341.5375">13844 13756 0,'-41'40'15,"41"0"17,0 0-32,0 0 15,-40 0-15,40 0 16,-40-40 0,40 40-16,40 0 31,0-40-31,1 0 31,-41-40-15</inkml:trace>
  <inkml:trace contextRef="#ctx0" brushRef="#br0" timeOffset="144331.4006">13964 14798 0,'0'0'0,"-40"0"78,0 0-63,0 0-15,-1 0 16,1 0-16,0 0 0,0 0 0,0 0 16,0 0-16,0 40 15,0-40-15,-1 40 0,1-40 16,0 0-16,40 41 125,0-1-110,0 0 1,0 0-16,0 0 16,40-40-16,-40 40 0,40 0 15,1-40 1,-1 0-16,0 0 16,0 0-16,0 0 15,0 0-15,0 0 0,0 0 16,1 0-1,-41 40 1,0 0-16,0 1 16,0-1-16,-41 0 15,1 0-15,-40 0 16,40-40-16,0 0 16,0 40-16,0-40 0,-1 0 0,1 40 0,0-40 15,0 0-15,0 0 0,-40 0 16,40 0-16,-1 0 0,1 0 0,0-40 0,0 40 15,0-40-15,40 0 16,-40 0-16,40 0 0</inkml:trace>
  <inkml:trace contextRef="#ctx0" brushRef="#br0" timeOffset="145101.3564">13603 12071 0,'0'0'0,"-40"0"16,0 0-16,-1 0 15,1 0 1,0 0-16,0 0 15,0 0 1,0 0 0</inkml:trace>
  <inkml:trace contextRef="#ctx0" brushRef="#br0" timeOffset="145291.3449">13081 12111 0,'0'0'0,"-120"40"32,80-40-32,0 0 15,-1 0-15,1 0 32,0 0-32,40-40 0,-40 40 15</inkml:trace>
  <inkml:trace contextRef="#ctx0" brushRef="#br0" timeOffset="145451.3542">12279 12191 0,'0'0'15,"-40"0"-15,-1-40 31,1 0-31</inkml:trace>
  <inkml:trace contextRef="#ctx0" brushRef="#br0" timeOffset="145671.3191">11757 12191 0,'-40'0'0,"0"0"0,0 0 16,0 0-16,-1 0 0,1-40 15,0 40 1,40 40 15,-40-40-31,0 41 0</inkml:trace>
  <inkml:trace contextRef="#ctx0" brushRef="#br0" timeOffset="145911.311">11035 12272 0,'-40'40'15,"0"-40"1,-1 0-16,1 0 16,0 0-16,0 0 0,0 0 31,40-40-31,-40 40 16,40-40-1,-40 40-15</inkml:trace>
  <inkml:trace contextRef="#ctx0" brushRef="#br0" timeOffset="146151.3174">10513 12191 0,'-40'41'0,"80"-82"0,-120 82 16,40-41-1,0 0 1,-1 40 0,1-40-16,0 0 31,0 0-16,0 0 1,-40 0 0,40 0-1,40 40 1</inkml:trace>
  <inkml:trace contextRef="#ctx0" brushRef="#br0" timeOffset="147161.2344">9069 12111 0,'0'40'16,"-41"-40"-1,1 0 32,0 0-47,0 0 16,0 0-16,0 0 15,0 0-15,0 0 16,-1 40 0,41 1 93,-40-41-93,40 40-1,0 0 1,40-40-1,-40 40-15,0 0 0,0 0 0,41-40 16,-1 40-16,-40 0 0,40 0 0,0 0 16,0 1-1,0-41-15,0 0 0,-40 40 0,40-40 16,1 0 0,-1 0-16,0 0 15,0 0 1,-80 40 15,40 0-31,-40 0 16,0 0-16,-41 0 0,41 40 0,0-39 0,0-1 15,-40 0-15,40 0 16,-1 0-16,1-40 0,40 40 0,-40-40 0,0 0 16,0 0-16,0 0 15,0-40-15</inkml:trace>
  <inkml:trace contextRef="#ctx0" brushRef="#br0" timeOffset="148711.1399">21668 5293 0,'40'0'0,"-40"40"15,-40-40 63,0 0-78,0 0 16</inkml:trace>
  <inkml:trace contextRef="#ctx0" brushRef="#br0" timeOffset="149901.0715">29613 3408 0,'0'0'0,"40"0"31,1 0-31,-1 0 15,0 0-15,-40-40 16,40 40-16,-40 40 16,0 41-16,0-41 0,0 0 15,0 0 1,0 0-16,0 0 0,0 0 0,0 0 0,0 0 16,0 1-16,0-1 0,-40 0 15,40 0-15,-40 0 16,40-80 15,40 40-31,-40-40 0,40 0 16,-40 0-16,40 40 15,-40-41-15,40 1 0,0 40 0,0-40 0,-40 0 16,41 40-16,-41-40 16,40 40-16,0 0 0,0 0 15,0 0 1,-40 40-16,40-40 0,0 0 15,-40 40-15,0 0 16,40-40-16,-40 40 0,0 1 16,0-1-16,0 0 0,0 0 15,0 0-15,0 0 16,0 0-16,0 0 16</inkml:trace>
  <inkml:trace contextRef="#ctx0" brushRef="#br0" timeOffset="150231.0527">30737 3569 0,'0'-40'0,"40"40"0,0 0 15,0 0 1,0 0-16,0 0 0,-40 40 15,0 0-15,0 0 16,0 0-16,0 0 0,-40 0 16,40 0-16,-80-40 15,80 41-15,-40-41 16,0 0-16,0 0 0,0 0 16,-1-41-16,1 1 15,40 0-15,0 0 0,-40 0 16,40 0-16,0 0 15,80 0-15,-39 0 16,-1 40-16,0 0 0,0 0 0,0-41 16,0 41-16</inkml:trace>
  <inkml:trace contextRef="#ctx0" brushRef="#br0" timeOffset="150911.01">29974 4732 0,'-40'-40'0,"0"0"32,0 40-1,40 40-31,-40-40 0,0 40 0,40 0 0,-40 0 15,0 0-15,40 0 16,0 0-16,-41 0 0,41 1 0,0-1 0,0 0 16,0 0-16,0 40 0,41-40 0,-1 0 15,0 0-15,0-40 0,0 41 16,0-41-16,40 0 0,-39 0 0,-1 0 0,40 0 16,-40 0-16,0-41 15,0 41-15,0-40 0</inkml:trace>
  <inkml:trace contextRef="#ctx0" brushRef="#br0" timeOffset="151261.0073">30817 4531 0,'-40'0'16,"0"40"0,40 41-1,-40 119 1,-41 1 15,81-81-15,41-160 15,-1 0-31,0 0 16,0 0-16,0-1 15,0 41-15,0-40 0,0 40 16,-40 40-1,41-40-15,-41 41 0,0-1 16,0 0-16,0 0 0,0 0 16,0 0-16,0 0 15,0 0-15,40-40 32</inkml:trace>
  <inkml:trace contextRef="#ctx0" brushRef="#br0" timeOffset="151631.0047">31620 4772 0,'-121'-40'16,"242"80"-16,-282-80 0,41 40 31,80 80-31,-1-80 0,41 80 16,0-40-1,41 41 1,-41-41-16,80-80 31,-40-41-15,-40 41 0,40 40-1,-40 161 1,40-121-1,0 40 1,41 0 0,-41-40-1,0-40-15</inkml:trace>
  <inkml:trace contextRef="#ctx0" brushRef="#br0" timeOffset="152530.9198">31900 4812 0,'0'-40'16,"0"80"-16,0 0 31,0 0-31,0 81 32,0-41-17,0-120 1,41 0-1,39-41 1,-40 41 0,40 40-1,-80 80-15,0 41 16,0-1 15,0-80-31,40-40 16,41-120-1,39 0 1,-120 39 0,0 1-1,0 160 17,0-40-32,-40 41 31,0-41-16,80-161 1,40 41 0,-40 80-1,-40 80 1,0 1 0,-80 119-1,40 81 16,40-121-31,-40 41 16,0-161 0,-41-40-1,1-120 17,80-81-17,201-39 1,-41 79 15,-39 121-15,-41 0-1,-80 0-15,40 40 16,-40-40-16,0 0 16,0 80 30,-40-40-46,40 40 0,0 0 0,0 0 16,0 0-16,0 0 0,0 0 0,80 0 16,-80 1-16,40-41 0,-40 40 15,40 0-15,1-40 0,-1 40 0,0-40 0,-40 40 16,40-40-16,0 0 16,0 0-16,-40 40 0,40-40 15,0 0-15</inkml:trace>
  <inkml:trace contextRef="#ctx0" brushRef="#br0" timeOffset="152650.9079">33385 5654 0,'-40'0'16,"40"-40"-1,-120-40 1,80 0 0</inkml:trace>
  <inkml:trace contextRef="#ctx0" brushRef="#br0" timeOffset="164710.2722">13482 1363 0,'-40'0'16,"40"40"93,40-40-109,-40 40 16,0 0 0,0 0-16,-40 1 15,40-1-15,0 0 16,-40-40-16,40 40 16,0 0-16,0 0 0,0 0 15,0 0-15,0 0 16,0 0-16,0 1 0,-40-41 0,40 40 0,0 0 15,0 0-15,0 0 0,0 0 0,0 0 16,-40 0 0,40 0-16,0 1 0,0-1 15,0 0-15,-40 0 16,40 0-16,0 0 0,0 0 0,-40-40 16,40 40-16,0 0 15,-40 0-15,40 1 0,0-1 16,-41 0-16,41 0 15,0 0-15,0 0 16,-40 0-16,40 0 0,0 0 16,0 1-1,0-1-15,-40 0 0,40 0 16,0 0-16,-40-40 16,40 40-16,0 0 0,0 0 15,-40-40-15,40 40 16,0 0-16,-40-40 0,40 41 0,0-1 15,-40-40-15,40 40 0,0 0 16,-40 0-16,40 0 16,0 0-16,-41-40 0,41 40 0,0 0 15,-40-40-15,40 41 16,-40-1-16,40 0 0,-40 0 16,0 0-1,40 0-15,-40 0 16,0 0-1,40 0-15,-40-40 0,40 40 16,-41-40-16,41 41 16,0-1-1,-40-40-15,40 40 0,-40 0 0,40 0 32,-40-40-32,40 40 15,0 0 16,-40-40-31,40 40 16,-40-80 93,40 0-109,0 0 16,0 0-16</inkml:trace>
  <inkml:trace contextRef="#ctx0" brushRef="#br0" timeOffset="165200.1848">12439 3930 0,'0'40'62,"0"0"-46,0 0-16,0 0 16,0 0-16,0 0 15,0 0-15,-40 1 0,40-1 16,-40-40 0,40 40-16,-40 0 15,80-40 16,0 0-15,0 0 0,0 0-1,0 0 1,1 0-16,-1-40 0,0 40 16,0-40-1,0 40-15,0 0 0,-40-40 16,40 40-16,0 0 15,1 0-15,-1-41 0,0 41 16</inkml:trace>
  <inkml:trace contextRef="#ctx0" brushRef="#br0" timeOffset="174279.7046">9991 14437 0,'-40'0'16,"40"-40"265,0 0-265,40 40 15,-40-40-31,0 0 156,41 40-140,-41-40 0,40 40-16,-40 40 218,-40 0-186,40-80 30,0 0-46,40 40-1,-40-40-15,40 40 79,0 0-64</inkml:trace>
  <inkml:trace contextRef="#ctx0" brushRef="#br0" timeOffset="175529.631">10593 2767 0,'0'40'31,"0"0"-15,0 0-1,40-40 1,-40 40 0,41-40-16</inkml:trace>
  <inkml:trace contextRef="#ctx0" brushRef="#br0" timeOffset="179629.315">10152 2767 0,'0'-40'16,"0"-1"-1,0 82 32,40-1-47,0 0 16,-40 0-1,0 0-15,-40-40 47,0 0-31,40-40-16,0 0 15,0 0-15,40 0 32,0 40-17,-40 40 1,0 0-16,0 0 16,0 0-1,-40-40-15,40-40 31,0 0-15,0 0-16,0 0 16,40 40-1,0 0 1,0 40 0,-40 0-16,41 0 0,-41 0 31,0 0-31,-41-40 0,41 40 15,-40-40-15,0 0 16,40-40-16,-40 40 16,40-40-16,-40 40 0,40-40 0,0 0 15,0 0 1,0 0-16,40 40 0,0 0 16,-40-41-1,40 41-15,0 0 0,1 41 16,-41-1-1,0 0 1,0 0-16,-41-40 0,1 40 16,0-40 15,40-40-15,0 0-16,0 0 15,0 0-15,40 40 16,0 0-1,1 0-15,-1 0 32,-40 40-32,0 0 15,0 0 1,-40-40-16,-1 0 0,1 0 16,0 0-1,40-40 1,0 0-1,0 0 1,40 40 0,0 0-1,-40 40 17,0 0-32,0 0 0,-40 0 15,40 0-15,0-80 47,0 0-31,0 0-16,0 0 0,0 0 31,0-1-31,40 41 31,1 0 297,-41 41-312,40-41 62,-40 40-15,40-40 46,0 0 16,-40 40 844,-40-40-969,40 40 0,-40-40 15,40 40-15,0 0 16</inkml:trace>
  <inkml:trace contextRef="#ctx0" brushRef="#br0" timeOffset="181769.1883">13763 14116 0,'0'-40'16,"0"0"15,0 0-15</inkml:trace>
  <inkml:trace contextRef="#ctx0" brushRef="#br0" timeOffset="182589.1397">13603 11951 0,'0'0'0,"-40"0"16,40-40 15,0 0-31,0-1 16,0 1-1,0 0 1</inkml:trace>
  <inkml:trace contextRef="#ctx0" brushRef="#br0" timeOffset="182789.1282">13603 11349 0,'-40'0'16,"80"0"-16,-120-40 15,39 0-15,41 0 16,0-40 15,41-41-15,-41 1 0,0 80-16</inkml:trace>
  <inkml:trace contextRef="#ctx0" brushRef="#br0" timeOffset="182959.1177">13362 10587 0,'0'0'0,"0"-40"16,-40 0-16,0-80 31,0 120-31,40-40 0,0-41 16,0 1-1,80-40 1,-40 80-1</inkml:trace>
  <inkml:trace contextRef="#ctx0" brushRef="#br0" timeOffset="183129.1093">13282 9665 0,'0'-40'0,"0"80"0,-40-80 15,40 0-15,0-1 0,-40 41 16,40-40-1,40-40 17,0-40-17,0 40 1</inkml:trace>
  <inkml:trace contextRef="#ctx0" brushRef="#br0" timeOffset="183319.0982">13322 9023 0,'0'-80'16,"0"160"-16,-40-280 31,40 159-31,0 1 0,-40 40 31,40-80-31,0 0 32,0-40-17,0 80 1,0-1-1,0-39-15</inkml:trace>
  <inkml:trace contextRef="#ctx0" brushRef="#br0" timeOffset="183529.0841">13242 7980 0,'0'-40'16,"0"0"-1,0-40 1,0 0-1,0 0 1,0 39 15,0 1 1,0 0-32,0 0 15,40 40-15</inkml:trace>
  <inkml:trace contextRef="#ctx0" brushRef="#br0" timeOffset="183709.0739">13322 7138 0,'0'0'0,"0"-40"0,-40-40 31,40 40-31,0-40 16,0-1-1,40 81 1,0-40-1,-40 0 1</inkml:trace>
  <inkml:trace contextRef="#ctx0" brushRef="#br0" timeOffset="183939.0613">13402 6456 0,'0'0'0,"40"-40"15,-40 0 16,0 0-15,0 0 0,0 0-1,0 0 1,0 0 0,40 0-1,-40-81 1,41 81-16</inkml:trace>
  <inkml:trace contextRef="#ctx0" brushRef="#br0" timeOffset="184099.05">13482 5855 0,'0'0'0,"0"-40"16,0 0 0,0-41-1,0 41 16,0 0 1</inkml:trace>
  <inkml:trace contextRef="#ctx0" brushRef="#br0" timeOffset="184299.0377">13523 5454 0,'0'0'0,"0"-40"15,0 0 48</inkml:trace>
  <inkml:trace contextRef="#ctx0" brushRef="#br0" timeOffset="184949.0007">12399 5494 0,'-40'0'31,"0"0"0,0 0-15</inkml:trace>
  <inkml:trace contextRef="#ctx0" brushRef="#br0" timeOffset="185158.9872">12038 5454 0,'0'40'15,"-40"-40"-15,0 0 16,0 0 0,-1 0-1,1 0 1,-120-40 0,39 0-1</inkml:trace>
  <inkml:trace contextRef="#ctx0" brushRef="#br0" timeOffset="185358.9968">11316 5454 0,'-40'0'0,"80"0"0,-201 40 32,121-40-32,0 0 15,0 0-15,40-40 31,-40 40-31,0 0 32</inkml:trace>
  <inkml:trace contextRef="#ctx0" brushRef="#br0" timeOffset="185609.0357">10473 5454 0,'0'0'0,"-120"0"16,79 0 0,1 0-1,0 0 1,0 0-1,0 0 1,0 0 0,0 40-16</inkml:trace>
  <inkml:trace contextRef="#ctx0" brushRef="#br0" timeOffset="186658.8983">6942 5494 0,'0'0'16,"40"0"0,-40-40 30,40 40-30,-40-40 0,0 0-16,40 40 0,-40-41 0,40 41 15,0 0-15,1 0 16,-1 0-16,0 41 0,0-1 16,0 0-1,-40 0-15,0 0 0,40 0 16,-40 0-16,0 0 0,0 0 0,0 0 0,0 1 15,0-1-15,-80 0 0,80 0 16,0 0-16,-40-40 0,40 40 16,-40-40-1,40-40-15,0-40 16,0 40 0,0 0-16,0-1 0,40 1 15,0 40-15,0 0 31,0 0-31,0 40 0,1-40 0,-1 0 16,0 0 0,0 41-16,0-41 15,0 40-15,0-40 16,0 0-16,1 0 0,-1 0 16,0 0-16,0 0 15,0 0-15,0 0 0,0 0 0</inkml:trace>
  <inkml:trace contextRef="#ctx0" brushRef="#br0" timeOffset="187018.8867">8226 5293 0,'-80'0'0,"160"0"0,-241 0 31,161 40-15,0 1 0,41-41-16,-1 40 15,0-40 1,0 0-16,0 0 16,0 0-16,-40-40 0,40-1 15,-40 1 1,0 0-16,0 0 0,-40 40 15,40-40-15,-40 0 16,0 40-16,0 0 0,40-40 16,-40 40-16,80 0 47,0 0-47,0 0 0</inkml:trace>
  <inkml:trace contextRef="#ctx0" brushRef="#br0" timeOffset="187318.8616">8748 4852 0,'0'40'15,"-41"-40"-15,1 0 16,40 80 0,0-39 15,40-41-31,1 0 0,-1 0 15,0 0 1,0 0-16,0-41 0,-40 1 16,40 40-16,-40-40 0,0 0 15,0 0 1,-40 40 0,0-40-16,-40 40 15,40 0 1,-1 40-16,1 0 15</inkml:trace>
  <inkml:trace contextRef="#ctx0" brushRef="#br0" timeOffset="191268.6391">17656 14076 0,'0'40'16,"0"-80"109</inkml:trace>
  <inkml:trace contextRef="#ctx0" brushRef="#br0" timeOffset="191438.6188">17615 13956 0,'-40'0'16,"0"0"-16,0-40 16,40 0-16,0 0 15,0 0-15,40 0 16,-40-1-16,0 1 0,40 0 0,0 0 15</inkml:trace>
  <inkml:trace contextRef="#ctx0" brushRef="#br0" timeOffset="191588.6836">17535 13595 0,'-40'0'15,"40"-40"-15,0-40 16,40 0-1,0-1-15,-40 1 0</inkml:trace>
  <inkml:trace contextRef="#ctx0" brushRef="#br0" timeOffset="191728.6745">17535 13154 0,'0'0'0,"-40"0"15,40-40 1,0 0-1,0-40 1,40-81 0</inkml:trace>
  <inkml:trace contextRef="#ctx0" brushRef="#br0" timeOffset="191928.6718">17575 12673 0,'0'-40'16,"0"-1"0,0 1-16,40 40 15,-40-40-15,0 0 16,0 0-16,0 0 16,0 0-16,0 0 31</inkml:trace>
  <inkml:trace contextRef="#ctx0" brushRef="#br0" timeOffset="192278.5663">17615 12151 0,'0'-40'16,"-40"0"-16,0 0 15,40 0 1,0-80-1,0 79 17,0 1-1,0 0-15,0 0-1,0 0 1,0 0-16,0 0 15,0 0 1,0 0-16,0 0 0,-40-1 16,40 1-1,-40 40 17,40-40-32</inkml:trace>
  <inkml:trace contextRef="#ctx0" brushRef="#br0" timeOffset="192448.5563">17455 10948 0,'0'0'16,"0"-120"-1,40 0 1,0 79-1</inkml:trace>
  <inkml:trace contextRef="#ctx0" brushRef="#br0" timeOffset="192818.5368">17455 10507 0,'-40'-80'16,"40"40"0,0 0-16,40 40 0,-40-41 15,40 41-15,-40-40 0,0 0 0,40 40 16,-40-40-1,0 0-15,0 0 16,0 0-16,-40 40 16,40-40-16,0 0 0,-40 0 15,40-1 1,0 1-16,0 0 16,0 0-16,0 0 15,0 0 1,0 0-16,0 0 15,0 0 1,0-1-16,0 1 16,0 0-16,0 0 15,0 0-15,0 0 0,0 0 32,0 0-17,0 0 1</inkml:trace>
  <inkml:trace contextRef="#ctx0" brushRef="#br0" timeOffset="193508.4964">17455 8622 0,'0'-40'0,"0"0"16,0 0 31,40 40-16,-40-40-31,40 40 16,-40-40-16,0-1 15,40 41 1,-40-40-16,0 0 31,40 40-31,-40-40 32,-40 40-17,40-40 1,0 0 62,-40 40 47</inkml:trace>
  <inkml:trace contextRef="#ctx0" brushRef="#br0" timeOffset="193728.5557">17495 8261 0,'-40'0'15,"0"0"1</inkml:trace>
  <inkml:trace contextRef="#ctx0" brushRef="#br0" timeOffset="193948.4699">16773 8301 0,'-40'0'15,"80"0"-15,-120 40 16,39-40-16,-39 0 16,-40 40-1,120 1 1</inkml:trace>
  <inkml:trace contextRef="#ctx0" brushRef="#br0" timeOffset="194978.446">16131 8462 0,'-40'40'15,"80"-80"-15,-161 80 16,81-40-16,0 0 15,0 0-15,0 0 32,0 0-17,0 0 1,-81 0 0,41 0-1,40 40 1,-40-40-1,40 0 1,-1 0 15,-79 0-15,40 0 0,0 0-16,-1 0 15,1 0 16,-80 0-15,-1 0 0,121 40-1,-40-40 1,-41 40 0,1 0-1,-1-40 1,1 0 15,40 0-31,0 0 16,-1 0-1,1 0 17,40 0-17,-80 0 1,39 0-1,-119 40 1,119-40 0,-119 0-1,39 40 1,41-40 0,40 0-1,40 0 1,-1 0-1,-39 0 1,0 0 15,0 0-15,40 0 0,-1 0-16,-79 0 15,40 40 16,40 1-15,0-41 0,-1 0 62,41-41-63,-40 41 1,0 0-16,0 0 31</inkml:trace>
  <inkml:trace contextRef="#ctx0" brushRef="#br0" timeOffset="195308.4629">11556 8823 0,'-40'0'15,"80"0"-15,-120 0 31,40 0-15,40-41 0,-40 41-1,-80 0 1,39 0 0,41 0-1,0 0 1,-40 41-1,0-41 1,39 40 15,41-80 1,-40-1-32,0 41 15,0 0 1</inkml:trace>
  <inkml:trace contextRef="#ctx0" brushRef="#br0" timeOffset="195548.3732">10072 8903 0,'0'0'0,"-40"0"0,-1 0 32,1 80-17</inkml:trace>
  <inkml:trace contextRef="#ctx0" brushRef="#br0" timeOffset="196448.3202">6420 8582 0,'0'-40'31,"0"0"-15,0 80 31,0 0-47,40 0 0,-40 0 16,40-40-16,-40 40 0,41 40 0,-41-39 0,40-1 15,-40 40-15,0-40 16,0 40-16,40 0 0,-40-39 0,0-1 0,40 40 15,-40-40-15,0 0 0,0 0 16,0 0-16</inkml:trace>
  <inkml:trace contextRef="#ctx0" brushRef="#br0" timeOffset="197008.3627">6942 8502 0,'0'-40'15,"0"80"32,-40-40-31,40 40-16,0 0 31,40-40-31,0 0 0,-40 40 16,40-40-16,0 0 0,-40 40 0,40-40 0,-40 40 15,40-40-15,1 40 16,-1-40-16,-40 40 0,40-40 15,-40 41-15,0-1 0,0 0 16,0 0-16,0 0 0,0 0 0,-40 0 0,40 0 16,-40-40-16,40 40 15,-41-40-15,1 41 0,0-41 0,0 0 0,0 40 16,0-40-16,0 0 16</inkml:trace>
  <inkml:trace contextRef="#ctx0" brushRef="#br0" timeOffset="197178.3021">7102 8381 0,'0'-40'15,"0"80"-15,0-120 16,0 40-16,0 0 0,40-40 16,41 40-1,-41 40 1</inkml:trace>
  <inkml:trace contextRef="#ctx0" brushRef="#br0" timeOffset="197988.2325">7744 8341 0,'-40'0'15,"0"0"1,0 0 0,40-40 31,80 40-32,-80-40-15,40 40 16,1 0-1,-1 0-15,0 0 0,-40 40 16,40-40-16,0 40 16,0-40-16,-40 40 0,40 1 0,-40-1 0,40 0 15,-40 0-15,0 0 16,0 0-16,0 0 0,0 0 0,0 0 16,-40-40-16,0 0 15,-40 0 1,40 0-16,0 0 0,0-40 0,-1-40 15,1 40-15,40 0 16,-40 0-16,40 0 0,0 0 0,0-1 16,0 1-1,40 40-15,41-40 0</inkml:trace>
  <inkml:trace contextRef="#ctx0" brushRef="#br0" timeOffset="249872.1066">21307 10226 0,'0'0'0,"40"0"0,0-40 32,0 40-32,-40-40 0,41 40 15,-1 0-15,-40-40 16,40 40-16,-40 40 62,0 0-30,0 0-17,-40-40-15,40 40 0,-40-40 16,-1 0-16,1 40 0,0-40 0,0 41 0,0-41 16,0 40-16,0-40 0,40 40 15,-40-40-15,-1 40 0,1 0 0,0-40 16,40 40-16,-40 0 15,80-40 17,-40-40-32,40 40 15,-40-40-15,40 40 0,1 0 16,-1 0 0,0 0-16,0 40 15,0 0 1,0 0-16,0 0 0,-40 1 15,40-41-15,1 40 16,-1 0-16,-40 0 0,40-40 0,0 40 16,0-40-16,0 0 15,0 0-15,0 0 0,1-80 0,-1 40 16</inkml:trace>
  <inkml:trace contextRef="#ctx0" brushRef="#br0" timeOffset="250602.0647">21387 10587 0,'-40'-40'32,"80"80"-32,-120-80 0,80 0 15,40 40 48,0 0-48,0 0-15,1 0 0,-1 0 0,0 0 16,0 0-16,40 0 0,-40 0 0,0 0 16,1 0-16,39 0 0,-40 0 15,40 0-15,-40 0 0,41 0 0,-41-40 0,40 40 16,-40 0-16,40 0 15,1 0-15,-41-40 0,40 40 0,-40 0 0,40 0 16,-39 0-16,39-40 0,0 40 16,-40 0-16,40 0 0,1 0 0,-41 0 0,0-40 15,40 40-15,-40 0 0,41 0 0,-1 0 0,-40 0 16,40 0-16,41 0 16,-41 0-16,0 0 0,40 0 0,1 0 0,-1 0 15,-40 0-15,41 0 0,-1 0 16,1 0-16,-1 0 0,-40 0 0,41 0 0,-41 0 15,40 0-15,-40 0 16,1 0-16,-41 0 0,40-41 0,-40 41 0,41 0 16,-41-40-16,0 40 0,0 0 15,40 0-15,-40-40 0,41 40 0,-1 0 0,0 0 16,0 0-16,1 0 0,39 0 0,-40 0 0,41 0 16,-41 0-16,0 0 15,0 0-15,1 0 0,-1 0 0,-40 0 0,40 0 16,-40 0-16,0 0 0,1 0 15,-1 0-15,0 0 0,0 0 0,0 0 16,0 0-16,0 0 16,0 0-16,1 0 0,-41-40 0,40 40 0,0 0 15,0 0-15,0 0 16,0 0 0,0 0-16,0 0 15,1 0 1,-1 0-16,-40-40 15,-40 40 17,-41 0-17</inkml:trace>
  <inkml:trace contextRef="#ctx0" brushRef="#br0" timeOffset="251002.0438">28771 9464 0,'0'0'0,"-41"0"15,1 0 1,40 40 0,0 0-1,0 161 1,40-41-1,-40-119-15,41 159 32,-41-160-32,0 0 0,0 81 15</inkml:trace>
  <inkml:trace contextRef="#ctx0" brushRef="#br0" timeOffset="251242.0292">28369 9625 0,'-80'-121'16,"160"242"-16,-200-322 15,120 161-15,201 0 31,-1 40-15,-39 40 0,-121 0-16,0 40 15</inkml:trace>
  <inkml:trace contextRef="#ctx0" brushRef="#br0" timeOffset="251462.0136">28490 10106 0,'0'0'0,"0"40"15,-40 40 1,80-40 15,80 0-15,0-40-1,-79 0-15,39-80 16</inkml:trace>
  <inkml:trace contextRef="#ctx0" brushRef="#br0" timeOffset="251971.9304">29413 9825 0,'0'0'16,"40"-40"-16,0 40 31,0 0-15,0 120-1,-40-79 1,0-1-16,0 0 0,0 0 0,0 0 16,0 40-1,40-80 16,-40-40-31,40 40 16,-40-40-16,41 40 0,-1-40 16,0 0-16,0 0 0,0 40 0,0-40 15,0 40-15,0 0 16,-40 40 0,0 0-16,0 0 0,0 0 15,0 0-15,-80-40 16,80 40-16,-40-40 0,40 40 0,40-40 47,-40-40-47,80 40 0,-80-40 0,41 40 0,-1-40 15,0 40-15,0-40 0,0 0 16,0 40-16,0 0 16,-40 40-1,0 0 1,0 0-16,0 0 15,0 0-15,-40 0 0,40 0 16,-40 1 0,40-1-16</inkml:trace>
  <inkml:trace contextRef="#ctx0" brushRef="#br0" timeOffset="252381.9052">30857 9905 0,'-40'0'15,"80"0"-15,-120 0 0,0 41 16,40-41-16,-1 40 16,1 80-1,0-40 16,80-40-31,41-40 32,-1-120-17,-40 80-15,0 0 0,0-40 32,-40 120-1,0 0-31,0 0 0,0 0 15,0 0 1,0 0-16,0 0 0,0 0 16,40-40-16,-40 40 0,40 1 15,1-41 1,-1 0-16</inkml:trace>
  <inkml:trace contextRef="#ctx0" brushRef="#br0" timeOffset="253101.92">31579 10026 0,'-40'0'0,"0"0"0,-80 40 15,-1 0 17,121 0-17,0 0 1,41-40-1,79-80 1,-80 40 0,0-80-1,-40 200 1,0-40 0,-80 80-1,40-40 1,-40 121-1,-121 40 17,40-121-17,81-80-15,0-80 32,80 0-32,40-81 31,121-39-16,-1 40 1,-80 120 0,81-40-1,-121 40-15,40-41 16,-40 41-16,81-40 31,-81 40-31,0-40 0,0 40 0,0-40 31,-80 40 16,0 0-47,0 0 32,0 40-32,40 0 0,0 0 15,40 1 1,0-1-16,40-40 0,-40 0 15,-40 40-15,40-40 0,1 0 16,-1 0-16,0 0 0,0 0 0,0 0 16,0 0-16,0 0 0,0 0 0</inkml:trace>
  <inkml:trace contextRef="#ctx0" brushRef="#br0" timeOffset="254151.8557">27767 11189 0,'0'-40'47,"0"80"-16,-80-40-16,80 80-15,0-40 0,-40 0 16,40 40-16,0-39 0,0-1 0,0 40 0,0-40 16,0 40-16,-40-40 0,40 0 0,0 0 0,-40 1 15,40-1-15,0 0 16,-40-40-16,40 40 0</inkml:trace>
  <inkml:trace contextRef="#ctx0" brushRef="#br0" timeOffset="254611.7887">27647 11229 0,'0'40'47,"0"0"-47,40 0 0,-40 0 0,0 0 15,80 1 1,-80-1-16,0 0 0,41 0 0,-1-40 0,0 40 16,-40 0-16,40-40 0,-40 40 0,40-40 15,-40 40-15,40-40 16,0 0-16,0-40 16,-40 0-1,41 40-15,-41-40 0,0 0 0,0 0 16,0 0-16,0 0 15,0-1-15,0 1 0,0 0 0,0 0 0,0 0 16,0 0 0,0 0-16,0 0 0,0 0 0,0-1 15,40 41-15,-40 41 32,0-1-32,0 0 15,-40 0-15,40 0 16,0 0-16,0 0 0,0 0 0,0 41 0,-41-41 15,41 0-15,0 40 0,0-40 16,0 0-16,0 0 0,0 0 0,0 0 0,0 1 16,0-1-16,41 0 0,-1-40 15</inkml:trace>
  <inkml:trace contextRef="#ctx0" brushRef="#br0" timeOffset="255001.8097">28570 11550 0,'0'0'16,"0"40"0,-40 0-1,160 0 1,-40-40-1,1 0 1,39-40 0,-120 0-16,0-40 15,0 40-15,-120-1 16,-41 41 15,121 81-31,-80-1 16,120 0-16,0-40 15,80 0-15,0 0 16,-40 0-16,201 41 16,-161-81-1,1 0-15,-1 0 0</inkml:trace>
  <inkml:trace contextRef="#ctx0" brushRef="#br0" timeOffset="255651.7666">29653 11590 0,'0'0'15,"0"-40"-15,-40 40 31,0 0-31,-40 0 32,40 40-32,0-40 0,0 80 15,40-40-15,-41 0 0,41 0 32,41 41-17,39-81-15,-40 0 16,0 0-16,0-81 15,0-79 1,-40 120 0,0 0-1,0 80 1,0 0 0,0 40-1,0-40-15,-40 161 16,40-161-16,-40 80 15,40-80-15,-40 81 16,40-81-16,-80 160 16,-1 1-1,41-161 1,-40-40 0,0-80 15,80 40-31,-80-81 15,80 81-15,0 0 0,0-40 16,0 40-16,0 0 16,40 0-16,80-41 15,41 41 1,79 40 0</inkml:trace>
  <inkml:trace contextRef="#ctx0" brushRef="#br0" timeOffset="256051.7429">30175 11790 0,'-40'0'15,"80"0"-15,-160 40 16,80 1-16,-1-1 0,1 0 31,0 40-15,120-40-1,-39-40-15,-1 0 16,-40-40-16,80-40 31,-40 40-31,-40 0 0,80-1 16,-80 1-16,40 40 15,-40 40-15,0 1 16,0-1 0,41 80-1,-1-80 1,40 0 0,-40-40-16,0 0 15,0 0-15,0-80 16</inkml:trace>
  <inkml:trace contextRef="#ctx0" brushRef="#br0" timeOffset="256271.7294">31018 11269 0,'-121'0'16,"81"0"-16,0 0 15,40 40-15,-40 40 16,40-40-16,-40 81 15,40 119 17,0-79-17,0-41 1</inkml:trace>
  <inkml:trace contextRef="#ctx0" brushRef="#br0" timeOffset="256561.7137">30777 11790 0,'0'-40'31,"40"40"-31,121-40 31,-121 40-31,120-40 16,-120 40-16,41-40 15,-81 0-15,40 40 32,-40-40-32,0 120 15,0-40-15,0 0 16,0 0-16,0 0 0,0 0 16,0 1-16,-40-1 0,-1 0 15,41 0-15,0 0 16,-40-40-16,40 40 15</inkml:trace>
  <inkml:trace contextRef="#ctx0" brushRef="#br0" timeOffset="256741.7039">31419 11389 0,'-80'-40'0,"160"80"0,-200-80 16,120 0-16,-41 40 0,41-40 16,41 40-1</inkml:trace>
  <inkml:trace contextRef="#ctx0" brushRef="#br0" timeOffset="257081.6248">31700 11590 0,'0'0'0,"0"40"15,40 0 1,-40 0 0,80 40-1,-80 1 16,0-41-31,-40 0 16,-80 0 0,-41-40-1,121 0 1,0 0-16,40-80 16,0 40-16,40 40 0,0-81 31,40 41-31,1 0 15,-41 40-15,0-40 0</inkml:trace>
  <inkml:trace contextRef="#ctx0" brushRef="#br0" timeOffset="257381.6283">32061 11590 0,'0'40'16,"0"-80"-16,0 120 15,0-40-15,0 0 31,0 0-31,0 0 0,0 1 0,-40-1 32,80-80-1,40 40-15,-40-41-16,0 41 0,1-40 0,-1 40 15,0 0-15,0 0 16,-40 40-16,0 1 15,0-1 1,0 0-16,-40 0 0,40 0 16,-40-40-16,40 40 0,-40 0 15,80-40 1</inkml:trace>
  <inkml:trace contextRef="#ctx0" brushRef="#br0" timeOffset="263941.2779">29533 1764 0,'0'40'32,"0"0"-1,0 0 0,-40 0 0,0 1-31,0-41 16,40 40-16,-40-40 0,-1 0 0,41 40 0,-40-40 16,0 0-16,40 40 0,-40-40 15,0 40-15,0-40 0,0 0 16,0 40 0,-1-40-16,1 40 0,0-40 15,0 40 1,0-40-16,0 0 0,40 40 0,-40-40 0,-1 0 15,41 41-15,-40-41 16,0 0-16,0 40 0,0-40 0,0 0 16,0 0-16,40 40 0,-40-40 15,-1 0-15,41 40 16,-40-40-16,0 0 0,40 40 0,-40-40 16,0 40-1,0-40-15,0 0 0,40 40 0,-40-40 16,-1 0-16,41 40 15,-40-40-15,0 0 0,0 0 16,40 40-16,-40-40 0,0 0 0,0 0 16,40 40-16,-40-40 15,-1 0-15,1 0 0,0 41 0,0-41 16,0 0-16,0 0 16,0 0-16,0 0 15,-1 0 1,1 0-16,0 0 0,0 40 15,0-40 1,40 40-16,-40-40 0,0 0 16,40 40-16,-40-40 0,-1 0 15,1 0 1,40 40-16,-40-40 0,0 0 16,0 0-1,0 0-15,0 40 16,0-40-1,-1 0-15,1 0 0,0 0 16,40 40-16,-40-40 0,0 0 16,0 0 15,40 40-15,-40-40-1,40 40 1,-40-40-16,-1 0 15,41 41 1,-40-41-16,0 0 16,0-41 46,40 1-46,0 0-1</inkml:trace>
  <inkml:trace contextRef="#ctx0" brushRef="#br0" timeOffset="264521.2422">26724 2566 0,'40'0'31,"-40"40"16,0 0-16,-40-40-31,40 40 16,-40-40 0,40 41-16,-40-41 0,0 40 15,40 0 1,-40-40-16,0 40 0,-1-40 31,41 40-31,-40-40 0,0 40 16,0-40-1,80 0 79,0 80-94,0-80 0,1 0 16,-1 40-16,0 1 15,0-1-15,0 0 0,0-40 16,-40 40-16,40-40 0,0 0 16,1 0-16</inkml:trace>
  <inkml:trace contextRef="#ctx0" brushRef="#br0" timeOffset="272000.8006">10112 14317 0,'-40'0'63,"0"0"-48,40 40 1,0-80 109,-41 40 1375,82 0-1344,-41-40-156,40 40 0,-40-40 16,40 40-16</inkml:trace>
  <inkml:trace contextRef="#ctx0" brushRef="#br0" timeOffset="273750.6238">13563 14237 0,'40'0'16,"0"0"0,0 0-16,-80-40 968,0 0-952,0 40-16</inkml:trace>
  <inkml:trace contextRef="#ctx0" brushRef="#br0" timeOffset="274290.5943">13643 13675 0,'0'-40'63</inkml:trace>
  <inkml:trace contextRef="#ctx0" brushRef="#br0" timeOffset="274690.5694">13763 13555 0,'-40'0'0,"0"0"31,40-40 47,-40 40-15,40-40-1</inkml:trace>
  <inkml:trace contextRef="#ctx0" brushRef="#br0" timeOffset="274900.629">13603 13435 0,'-40'0'0,"80"0"0,-120 0 15,39 0-15,1-40 32,0 40-1,0 0-15</inkml:trace>
  <inkml:trace contextRef="#ctx0" brushRef="#br0" timeOffset="275060.6197">13081 13475 0,'-40'0'0,"80"0"0,-120 0 31,40 0-31,0 0 32,0 0-32,-41 0 31,1-40-31</inkml:trace>
  <inkml:trace contextRef="#ctx0" brushRef="#br0" timeOffset="275220.6101">12399 13515 0,'-80'0'16,"40"0"-1,0 0 1,40-40-1,-41 40 1,-39-40-16</inkml:trace>
  <inkml:trace contextRef="#ctx0" brushRef="#br0" timeOffset="275440.5967">11637 13555 0,'0'0'0,"-40"0"0,-1 0 15,1-40-15,0 40 32,0-40-17,-80 0 1,-1 0 15,-39 40-15,80 0-16</inkml:trace>
  <inkml:trace contextRef="#ctx0" brushRef="#br0" timeOffset="275870.4964">9871 13515 0,'-40'0'16,"40"-40"-1,0 0 32,-40 40-31,0 0 46,0 0-46,-1 0 15,1 0-15</inkml:trace>
  <inkml:trace contextRef="#ctx0" brushRef="#br0" timeOffset="277130.422">7343 13916 0,'0'0'15,"0"-40"32,40 40 16,0 0-48,-40 40-15,41-40 0,-1 40 31,-40 0-31,0 0 16,0 0-16,0 0 0,-40-40 16,40 41-16,0-1 15,-41-40-15,1 40 16,40-80 31,40 40-32,1-40-15,-1 40 0,0 0 16,0 0 0,0 0-16,0 0 0,0 0 15,0 0 1,1 0-16</inkml:trace>
  <inkml:trace contextRef="#ctx0" brushRef="#br0" timeOffset="277310.4329">8065 13956 0,'-40'0'0,"80"0"0,-160 0 32,80-40-32</inkml:trace>
  <inkml:trace contextRef="#ctx0" brushRef="#br0" timeOffset="277580.4139">8306 13715 0,'-40'0'16,"40"-40"-1,0 80 17,80-40-17,-40 41-15,1-1 16,39 80 0,-40 0 15,-160-40-16,-1-80-15</inkml:trace>
  <inkml:trace contextRef="#ctx0" brushRef="#br0" timeOffset="277700.4636">8266 13635 0,'0'-40'16,"0"80"-16,40-120 15,0 40-15,0 40 0,1 0 31,39 40-31</inkml:trace>
  <inkml:trace contextRef="#ctx0" brushRef="#br0" timeOffset="280450.301">15489 12793 0,'40'0'16,"0"0"140,0 0-140,-40-40-16,40 40 0,-80 0 609,0 0-593,40 40 0,-40-40-16,40-40 187</inkml:trace>
  <inkml:trace contextRef="#ctx0" brushRef="#br0" timeOffset="281600.2366">17575 13675 0,'0'-40'0,"0"0"16,40 40-16,-40-40 0,0 0 15,0 0 17,41 40-32</inkml:trace>
  <inkml:trace contextRef="#ctx0" brushRef="#br0" timeOffset="281800.2243">17575 12913 0,'0'-120'15,"0"240"-15,0-280 0,-40 80 32,40 40-32</inkml:trace>
  <inkml:trace contextRef="#ctx0" brushRef="#br0" timeOffset="282100.2046">17415 12232 0,'0'-41'16,"0"1"-1,0 0 1,-40 0-16,40 0 15</inkml:trace>
  <inkml:trace contextRef="#ctx0" brushRef="#br0" timeOffset="282310.1928">17415 11750 0,'0'-40'0,"0"0"31,0 0-31</inkml:trace>
  <inkml:trace contextRef="#ctx0" brushRef="#br0" timeOffset="282890.159">17535 11389 0,'0'-40'93</inkml:trace>
  <inkml:trace contextRef="#ctx0" brushRef="#br0" timeOffset="283230.1099">17375 11349 0,'-40'0'93,"-1"0"-77,1 0-16,0 0 16,0 0-1,0 0-15,0 0 16,0 0-16,0 0 0,-1 0 15,1 0-15</inkml:trace>
  <inkml:trace contextRef="#ctx0" brushRef="#br0" timeOffset="283410.1278">16813 11429 0,'0'0'32,"-40"0"-32,0-40 15,0 40-15,-1 0 16,1 0 0,0-40-1</inkml:trace>
  <inkml:trace contextRef="#ctx0" brushRef="#br0" timeOffset="283570.0519">16331 11429 0,'-120'0'16,"80"0"-16,-80 0 31,-1 0-16,41 0-15</inkml:trace>
  <inkml:trace contextRef="#ctx0" brushRef="#br0" timeOffset="283850.0502">15088 11470 0,'-41'0'0,"1"0"16,40 40 46</inkml:trace>
  <inkml:trace contextRef="#ctx0" brushRef="#br0" timeOffset="284080.0396">14165 11510 0,'-121'0'31,"242"0"-31,-282 0 0,81 0 0,40-40 0,-81 40 32,1 0-17,80 0 1,-81 0-1,81 0-15</inkml:trace>
  <inkml:trace contextRef="#ctx0" brushRef="#br0" timeOffset="284310.0756">12399 11429 0,'-40'-40'16,"80"80"-16,-120-80 0,40 0 15,0 40-15,-1 0 16,-119-40 0,40 0-1,39 40 1,1 0 0,-40 40-1,-81-40 1,121 0-16</inkml:trace>
  <inkml:trace contextRef="#ctx0" brushRef="#br0" timeOffset="284579.9851">10754 11389 0,'-40'0'16,"0"0"-16,-1-40 15,1 0 1,0 40-1,-40 0 1,-40 0 0,-1 40-1,41-40 1,0 40 0,-1 0 15,41-40-16</inkml:trace>
  <inkml:trace contextRef="#ctx0" brushRef="#br0" timeOffset="285799.9859">23354 13876 0,'-41'0'0</inkml:trace>
  <inkml:trace contextRef="#ctx0" brushRef="#br0" timeOffset="286189.9625">22752 13916 0,'0'-40'31,"40"40"-15,-40-40-16,40 0 15,-40 0 1,40-1 0,-40 1-1,40 0-15,-40 0 16,0 0-16,0 0 0,-40 40 15</inkml:trace>
  <inkml:trace contextRef="#ctx0" brushRef="#br0" timeOffset="286359.9534">22631 13435 0,'0'0'16,"-40"-40"-1,0 40-15,40-41 16</inkml:trace>
  <inkml:trace contextRef="#ctx0" brushRef="#br0" timeOffset="286479.8872">22591 13395 0,'-40'0'16,"40"-41"-16,-40 41 16,40-40-1</inkml:trace>
  <inkml:trace contextRef="#ctx0" brushRef="#br0" timeOffset="286649.9372">22591 13314 0,'-40'-40'32,"0"40"-32,-40-80 15,40 0 1,-1 80-16,-39-80 16</inkml:trace>
  <inkml:trace contextRef="#ctx0" brushRef="#br0" timeOffset="286849.9236">22190 13034 0,'-40'-40'0,"80"80"0,-241-161 31,161 121-31,0 0 0,-80 0 15,79 0-15,-39 0 16,40 0-16</inkml:trace>
  <inkml:trace contextRef="#ctx0" brushRef="#br0" timeOffset="291729.5781">22912 13715 0,'-40'-40'31,"40"0"-15,0 0-16,40 40 16,-40-40-1,0 0-15,40 40 0</inkml:trace>
  <inkml:trace contextRef="#ctx0" brushRef="#br0" timeOffset="291929.5677">23033 12994 0,'0'-41'0,"0"82"0,40-362 32,-40 281-32,80-121 15,-40 81 1,-40 40-16,0 0 0,0-81 16,-40 1-1,40 80-15,-40 0 0</inkml:trace>
  <inkml:trace contextRef="#ctx0" brushRef="#br0" timeOffset="292059.6163">23033 11429 0,'0'-160'16,"0"320"-16,0-360 0,0 160 16,0 0-16,0-41 15,-41 81-15,41-40 16,0 0-16,0-40 0</inkml:trace>
  <inkml:trace contextRef="#ctx0" brushRef="#br0" timeOffset="292359.6003">23273 9384 0,'0'0'15,"40"-80"-15,1-81 32,-41 81-32</inkml:trace>
  <inkml:trace contextRef="#ctx0" brushRef="#br0" timeOffset="292999.4897">23675 5855 0,'0'0'16,"-41"0"-1,1 0 1,0 0-1,0 0 1</inkml:trace>
  <inkml:trace contextRef="#ctx0" brushRef="#br0" timeOffset="293199.5489">23554 5935 0,'-40'-40'31,"40"0"-31,40 0 16,81 40-1,-1 40 1</inkml:trace>
  <inkml:trace contextRef="#ctx0" brushRef="#br0" timeOffset="293519.5299">23795 6737 0,'40'0'15,"-80"0"-15,40 80 16,-40-40-16,-81 1 31,81-1-31,0 0 0,0 0 16</inkml:trace>
  <inkml:trace contextRef="#ctx0" brushRef="#br0" timeOffset="293799.5128">23394 6136 0,'0'40'32,"0"-80"-32,-40 80 15,-1-40-15,1 0 16</inkml:trace>
  <inkml:trace contextRef="#ctx0" brushRef="#br0" timeOffset="294019.5035">22471 6416 0,'-80'0'16,"160"0"-16,-201 0 0,81 0 0,-40-40 31,40 40-31,0 0 16,0 0 0</inkml:trace>
  <inkml:trace contextRef="#ctx0" brushRef="#br0" timeOffset="294209.4885">21066 6496 0,'0'0'16,"-80"0"-16,40 0 0,-40 0 16,40-40-16,-41 40 15,-79 0 1,80 0-1,39 0-15,1 0 0</inkml:trace>
  <inkml:trace contextRef="#ctx0" brushRef="#br0" timeOffset="294389.4781">19702 6577 0,'-120'-40'31,"240"80"-31,-401-161 16,241 121-16,0 0 0,-40-40 16,-1 0 15,1 40-31</inkml:trace>
  <inkml:trace contextRef="#ctx0" brushRef="#br0" timeOffset="294559.4706">18177 6537 0,'-40'0'15,"80"0"-15,-120 0 16,40 0-16,-40-41 16,-81 41-1,81 0 1,40 0-16,0 0 0</inkml:trace>
  <inkml:trace contextRef="#ctx0" brushRef="#br0" timeOffset="294939.4452">15328 6577 0,'-40'0'16,"80"0"-16,-120 0 0,-40 0 16,80 0-16,-1 0 0,-39 0 31,0 0-31,40 0 0,-81 0 16,41 0-16,-80 0 15,119 0-15,1 0 16,-80 0-16</inkml:trace>
  <inkml:trace contextRef="#ctx0" brushRef="#br0" timeOffset="295299.4271">11837 6657 0,'0'0'0,"-120"0"31,80 0-31,0 0 31,0 0-31,-41 0 32,-39 0-17,40 0-15</inkml:trace>
  <inkml:trace contextRef="#ctx0" brushRef="#br0" timeOffset="295419.3817">10834 6737 0,'0'0'32,"-40"0"-17</inkml:trace>
  <inkml:trace contextRef="#ctx0" brushRef="#br0" timeOffset="295519.4113">10393 6737 0,'0'0'0,"0"40"32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0T07:41:31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11637 4050 0,'0'-40'0,"40"40"16,-40-40-1,40 40-15,0 0 16,-40-40-1,40 40-15,-40 40 32,0 0-17,0 0-15,0 0 0,0 0 16,0 0 0,40-40-16,-40 40 0,0 1 0,0-1 15,0 0-15,0 0 0,0 0 16,0 0-16,40-40 0,-40 40 0,0 0 0,41 0 15,-41 1-15,0-1 0,0 0 0,0 0 0,0 0 16,0 0-16,0 0 16,0 40-16,0-40 0,0 41 0,0-41 0,0 40 15,40 0-15,-40-40 0,0 41 16,0-1-16,0-40 0,0 40 0,0 0 0,40-40 16,-40 41-16,0-41 15,0 40-15,0 0 0,40-40 0,-40 0 0,0 41 16,0-41-16,0 40 0,0-40 15,0 40-15,0-40 0,0 40 0,0-39 0,0 39 16,0-40-16,0 40 0,0-40 0,0 0 0,0 41 16,0-1-16,0-40 15,0 40-15,0 0 0,0 0 0,0-39 0,0 39 16,0 0-16,0 0 0,0 0 16,40 1-16,-40-1 0,0-40 0,40 40 0,-40 0 15,40 1-15,-40-41 16,40 40-16,-40 0 0,41-40 0,-41 40 0,40 1 15,-40-41-15,0 40 0,40-40 0,-40 40 0,40 0 16,-40-39-16,0 39 0,40 0 16,-40-40-16,0 40 0,0 1 0,40-1 0,-40 0 15,0-40-15,0 40 16,0 0-16,0 1 0,0-41 0,0 40 0,0 0 16,0-40-16,0 41 0,0-41 15,0 40-15,0-40 0,0 40 0,0-40 0,0 0 16,0 41-16,0-41 15,0 40-15,0-40 0,0 0 0,0 0 0,0 40 16,0-39-16,0-1 0,0 40 0,0-40 0,0 40 16,40 0-16,0-40 0,-40 41 15,41-41-15,-41 40 0,40 0 0,-40-40 0,40 41 16,-40-1-16,0-40 16,40 40-16,-40-40 0,0 40 0,40 1 0,-40-41 15,0 40-15,0 0 0,0-40 16,0 40-16,0-39 0,0 39 0,0-40 0,0 40 15,0-40-15,0 40 0,0-40 0,0 41 0,0-41 16,0 0-16,0 40 16,0 0-16,0-40 0,0 41 0,0-1 0,0 0 15,0 0-15,0 0 0,0 1 16,0-1-16,0 0 0,40 0 0,0 1 0,0-1 16,1 40-16,-1-40 15,40 0-15,-40 41 0,40-41 0,-40 0 0,41 41 16,-41-41-16,40 40 0,-40-40 15,0 41-15,-40-41 0,40 0 0,-40 40 0,0-80 16,-40 41-16</inkml:trace>
  <inkml:trace contextRef="#ctx0" brushRef="#br0" timeOffset="1679.9376">11958 14518 0,'-40'0'0,"-1"0"32,1 0-32,0 0 0,0 0 15,80 0 32,0 0-31,0 0-16,1 0 0,-1 0 15,0 0-15,0 0 0,0 0 16,0-41-16,0 41 0,41 0 0,-41 0 0,0 0 16,40 0-16,-40 0 15,40 0-15,1 0 0,-1 0 0,0 0 0,0 0 16,41 0-16,-41 0 0,40-40 15,-39 40-15,-1 0 0,40 0 0,1-40 0,-41 40 16,40-40-16,1 0 0,-41 40 0,40 0 0,1-40 16,-1 40-16,0 0 15,1-40-15,-41 40 0,41 0 0,-1-40 0,0 40 16,1 0-16,-1-40 0,0 40 16,1 0-16,-1-41 0,-40 41 0,41-40 0,-1 40 15,-40 0-15,41-40 16,-41 40-16,40 0 0,-39-40 0,-1 40 0,40 0 15,-39-40-15,-1 40 0,40 0 0,-40-40 0,1 40 16,39 0-16,-40-40 0,41 40 16,-41-40-16,40 40 0,1-40 0,-1 40 0,-40-40 15,41 40-15,-1-41 16,-40 41-16,41 0 0,-1-40 0,1 40 0,-1-40 16,0 40-16,-39 0 0,39-40 15,0 40-15,1 0 0,-41 0 0,40-40 0,1 40 16,-41 0-16,40 0 15,-39 0-15,-1 0 0,40 0 0,-40 0 0,1-40 16,-1 40-16,40 0 0,-39 0 0,39 0 0,-40 0 16,0 0-16,41 0 0,-41-40 15,40 40-15,-39 0 0,39 0 0,-40 0 0,41 0 16,-41 0-16,40 0 16,1 0-16,-41-40 0,0 40 0,41 0 0,-41 0 15,0 0-15,41 0 0,-41-40 16,0 40-16,40 0 0,-39 0 0,-1 0 0,0 0 15,41-41-15,-41 41 0,0 0 0,0 0 0,1 0 16,-1 0-16,0-40 16,-40 40-16,40 0 0,1 0 0,-41-40 0,40 40 15,0 0-15,1 0 0,-41 0 16,40 0-16,0 0 0,-40 0 0,41-40 0,-1 40 16,0 0-16,-40 0 15,40 0-15,1 0 0,-41 0 0,40 0 0,0-40 16,1 40-16,-41 0 0,40 0 15,0 0-15,0 0 0,1-40 0,-1 40 0,40 0 16,-39 0-16,-1 0 0,40 0 0,-39 0 0,39 0 16,0 0-16,-39 0 15,39 0-15,-40 0 0,41 0 0,-41 0 0,0 0 16,40 40-16,-39-40 0,-1 0 16,0 40-16,0-40 0,1 0 0,-1 0 0,0 0 15,0 0-15,1 40 16,-1-40-16,0 0 0,0 0 0,1 40 0,-1-40 15,0 0-15,0 0 0,1 0 0,-1 0 0,0 0 16,0 0-16,1 0 0,-1 0 16,-40 0-16,40 0 0,-40 0 0,41 0 0,-41 0 15,0 0-15,0 0 16,40 0-16,-39 0 0,-1 0 0</inkml:trace>
  <inkml:trace contextRef="#ctx0" brushRef="#br0" timeOffset="6659.6116">13161 14477 0,'-40'0'15,"80"0"126,1-40-125,-1 40-16,-40-40 15,40 40-15,0-40 16,-40 0-16,40 40 0,0-40 16,0 0-1,-40 0-15,40 40 0,1-40 0,-1-1 16,-40 1-16,40 40 15,0-40-15,0 0 0,-40 0 0,40 0 16,0 40-16,-40-40 0,40 0 0,-40 0 0,41 0 16,-41-1-16,40 1 15,0 40-15,-40-40 0,40 0 0,-40 0 0,40 40 16,-40-40-16,40 0 0,-40 0 16,40 0-16,-40-1 0,40 41 0,-40-40 0,41 0 15,-1 0-15,-40 0 16,40 0-16,0 0 0,-40 0 0,40 0 15,0 0-15,0-1 0,-40 1 0,40 0 0,1 0 16,-1 0-16,-40 0 16,40 0-16,0 40 0,-40-40 0,40 0 0,0 40 15,0-41-15,1 1 16,-1 40-16,0-40 0,0 0 0,0 0 0,0 40 16,0-40-16,0 0 0,1 0 15,39 0-15,-40 0 0,0-1 0,40 1 0,-40 40 16,1-40-16,-1 0 15,0 0-15,0 40 0,0-40 0,-40 0 0,40 40 16,0-40-16,0 0 0,1-1 16,-1 1-16,0 0 15,0 0-15,-40 0 0,40 0 0,0 0 16,0 0-16,0-40 16,1 80-16,-1-41 0,0 1 0,0 0 15,-40 0-15,40 0 0,0 0 16,0 40-16,-40-40 0,40 40 0,-40-40 0,41 0 15,-1-1-15,-40 1 0,40 0 0,0 0 16,0 0 0,-40 0-16,40 0 0,0 40 0,-40-40 0,40 0 15,1 40-15,-41-40 0,40-1 16,0 1-16,0 40 0,-40-40 16,40 40-16,-40-40 15,40 0-15,0 40 0,0-40 0,1 0 16,-1 0-16,0 40 15,-40-40-15,40-1 0,0 41 0,0-40 0,0 0 16,0 40-16,-40-40 0,41 40 0,-41-40 0,40 40 16,-40-40-1,0 0 17,40 40-32,0-40 31,-40 0-31,40 40 0,-40-40 15,40 40-15,-40-41 16,40 82 125,0-41-126,1 0-15,-1 0 0,0 0 16,0 0-16,0 0 16,0 0-16,0 0 0,0 0 0,1 0 0,-1 0 15,0 0-15,0 0 0,0 0 16,0 0-16,0 0 0,1-41 15,-1 41-15,0 0 0,0 0 0,0 0 16,0 0 0,0 0-16,0 0 0,1 0 0,-1 0 0,0 0 15,-40-40-15,40 40 0,0 0 16,0 0-16,0 0 0,0 0 0,1 0 16,-1 0-16,0 0 15,0 0-15,0 0 16,0-40-16,0 40 15,0 0-15,1 0 0,-1 0 16,0 0-16,0 0 0,0 0 0,0 0 16,0 0-16,0-40 15,1 40-15,-1 0 0,0 0 0,0 0 16,0 0-16,0 0 0,0 0 16,0 0-16,1-40 0,-1 40 15,0 0 1,0 0-16,0 0 0,0-40 0,0 40 0,0 0 15,1 0-15,-1-40 0,0 40 0,0 0 0,0 0 16,0 0-16,0 0 16,0 0-16,1 0 0,-1 0 15,0 0 1,0 0-16,0 0 0,0 0 16,0 0-16,0 0 15,1 0-15,-1 0 0,0 0 0,0 0 0,0 0 16,0 0-16,0 0 15,0 0-15,1 0 0,-1-40 0,0 40 16,0 0-16,0 0 0,0 0 0,0 0 16,0 0-16,1 0 0,-1 0 15,0 0-15,0 0 0,0-40 0,0 40 16,0 0-16,0 0 16,1 0-16,-1 0 0,0 0 0,0 0 15,0 0-15,0 0 0,0 0 16,1 0-16,-1 0 0,0 0 0,0 0 15,0 0-15,0 0 0,0 0 0,0 0 16,1 0-16,-1 0 16,0 0-16,0 0 0,0 0 15,0 0-15,0 0 16,0 0-16,1-41 0,-1 41 0,0 0 16,0 0-1,0 0-15,0 0 0,0 0 0,-40-40 16,40 40-16,1 0 0,-1 0 15,0 0-15,0 0 16,0 0-16,0 0 0,0 0 16,0 0-1,-40-40-15,41 40 0,-1 0 0,0 0 16,0 0-16,0 0 16,0 0-16,0 0 0,0 0 15,1 0 1,-1 0-16,0 0 0,0 40 15,0-40-15,0 0 0,0 0 16,0 0 0,1 0-16,-1 0 0,0 0 15,0 0-15,-40-40 16,40 40-16,0 0 0,0 0 16,0 0-1,1 0 1,-1 0-1,-40-40 110,0 0-62,40 40-47,0-40-1,0 0 16,-40 0-31,40 40 16,-40-40 0,40 40-1,-40-40-15,0-1 0,0 1 16,40 40 0,-40-40-16,0 0 15,41 0 1,-41 0-16,40 0 0,-40 0 15,40 40-15,-40-40 0,40-1 0,-40 1 16,40 40 0,-40-40-16,40 0 0,-40 0 31,40 0-31,-40 0 0,40 0 16,-40 0-1,41 0-15,-41-1 0,40 41 16,-40-40-16,0 0 15,40 0-15,-40 0 16,40 40-16,-40-40 0,40 0 16,0 0-16,-40 0 15,40-1-15,0 41 0,-40-40 0,41 40 0,-41-40 16,40 0-16,0 40 16,-40-40-16,0 0 0,40 40 0,-40-40 0,40 40 15,-40-40-15,0 0 16,0 0-16,40 40 0,-40-41 0,0 1 15,0 0-15,0 0 0,0 0 0,40 0 16,-40 0-16,0 0 16,41 0-16,-41-1 0,40-39 0,-40 40 0,40 0 15,-40 0-15,40 0 0,-40 0 16,40 0-16,-40 0 0,40-1 0,-40 1 16,40 0-16,-40 0 15,40 40-15,-40-40 0,41 40 16,-41-40-16,40 40 15,-40-40-15,40 0 0,0 0 0,-40-1 16,40 41-16,-40-40 0,40 40 0,0-40 0,-40 0 16,40 0-1,1 0-15,-1 0 0,-40 0 16,40 0-16,-40 0 16,40-1-16,0 1 0,-40 0 0,40 0 15,-40 0-15,40 0 16,-40 0-16,40 0 0,-40 0 0,41-1 0,-41 1 15,40 0-15,-40 0 0,40 0 0,-40 0 0,40 40 16,-40-40-16,0 0 0,40 0 16,-40 0-16,40-1 0,-40 1 15,40 0 1,-40 0-16,0 0 0,40 40 16,-40-40-16,41 0 15,-41 0-15,40 0 0,-40-1 0,40 41 16,-40-40-16,0 0 15,40 40-15,-40-40 0,40 0 0,-40 0 16,40 0-16,-40 0 16,40 0-1,-40 0-15,40-1 16,-40 1 0,41 40-16,-41-40 0,40 40 15,-40-40 1,40 0-16,0 0 15,-40 0-15,0 0 0,40 40 16,-40-40-16,40-1 16,-40 1-1,0 0-15,40 40 16,-40-40-16,40 40 16,-40-40-1,41 40-15,-41-40 16,40 40-1,-40-40-15,0 0 16,0 0 0,40 40-16,-40-40 31,0-1 47,40 41-62,-40-40-16,0 0 31,40 40-31,-40-40 16,0 0-1,40 40-15,-40-40 16,0 0-1,-40 40 142,0 0-126,0 0-15,0 40-1,0-40-15,-1 0 16,1 40-1,0-40 1,0 0 15,0 0-15,0 0 0,0 0-16,0 0 0,-1 0 15,1 0 1,0 0-16,40 40 0,-40-40 0,40 40 15,-40-40-15,40 40 16,-40-40 0</inkml:trace>
  <inkml:trace contextRef="#ctx0" brushRef="#br0" timeOffset="6939.6648">26203 3569 0,'-81'0'15,"162"0"-15,-202-80 16,81 80-16,40-41 15,-40 41 17,0 0-32,0 0 15,0 0 1,-1 0-16,1 0 16</inkml:trace>
  <inkml:trace contextRef="#ctx0" brushRef="#br0" timeOffset="9069.5384">27487 3448 0,'0'0'0,"0"41"109,-41-1-93,-39-40 15,40 0-15,0 0-1,0 0-15,0 0 16,0 0-16,-1 0 16,1 0-16,0 0 0,0 0 15,0 0 1,0 0-16,0 0 0,0 0 0,-1 0 15,1 0-15,0 0 0,0 0 0,0 0 16,0 0-16,0 0 0,0-40 16,-1 40-16,1 0 0,0 0 0,0 0 0,0 0 15,-40 0-15,40 0 16,-1 0-16,1-41 0,0 41 0,0 0 0,0 0 16,0 0-16,0 0 0,0 0 15,-1 0-15,1 0 0,0 0 0,0 0 16,0 0-16,0 0 0,0 0 0,0 0 15,-1 0-15,1 0 16,0 0-16,0 0 0,0 0 16,0 0-16,0 0 0,-1 0 15,1-40-15,-40 40 0,40 0 0,0 0 0,0 0 16,0 0-16,-41 0 16,41 0-16,0 0 0,0 0 0,0 40 0,0-40 15,0 0-15,-1 0 0,1 0 16,0 0-16,0 0 0,0 0 0,0 0 0,0 0 15,0 0-15,-1 0 0,1 0 0,0 0 0,0 0 16,0 0-16,0 0 16,0 0-16,-41 0 0,41 0 0,0 0 0,0 0 15,-40 0-15,40 0 0,-41-40 16,1 40-16,40 0 0,-40 0 0,40 0 0,-41 0 16,41-40-16,0 40 15,0-40-15,0 40 0,0 0 0,0 0 0,0 0 16,-1-40-16,1 40 0,0 0 15,0 0-15,0 0 16,0 0-16,0 0 0,0 0 0,-1 0 16,1 0-16,0 0 15,0 0-15,0 0 0,-40 0 0,-1 0 0,41 0 16,-40 0-16,40 0 0,-40 0 16,-1 0-16,41 0 0,-40 0 0,40 0 0,0 0 15,0 0-15,-1 0 16,1 0-16,0 0 0,0 0 0,0-40 0,0 40 15,0 0-15,0 0 0,-1 0 0,1 0 16,40-40-16,-40 40 0,0 0 16,0 0-16,0 0 0,0 0 0,0-40 0,-1 40 15,1 0-15,-40 0 16,40 0-16,-40 0 0,-1 0 0,41-40 0,-40 40 16,0 0-16,40 0 0,-41 0 15,1-40-15,40 40 0,0 0 0,-40 0 0,40 0 16,-41 0-16,41 0 0,0 0 0,0 0 0,0 0 15,0 0-15,0 0 16,-1 0-16,1 0 0,0 0 0,0 40 16,0-40-16,0 0 15,0 0-15,0 0 0,-41 0 0,41 0 0,0 0 16,-40 0-16,40 0 16,-41 0-16,41 0 0,-40 0 0,0 0 0,0 0 15,39 0-15,-39 0 0,0 0 16,0 0-16,-1 0 0,1 0 0,0 0 0,0 0 15,-1 0-15,1-40 0,0 40 0,0 0 0,-1 0 16,1 0-16,40 0 16,-40 0-16,-1 0 0,41 0 0,0 0 0,0 0 15,0 0-15,0 0 0,0 0 16,0 0-16,-1 0 0,1 0 16,0 0-16,0 0 15,0 0-15,0 0 0,0 0 0,0 0 16,-1 0-16,1 0 0,0 0 0,0 0 0,-40 0 15,40 0-15,-41 40 0,41-40 16,-40 40-16,40-40 0,-40 0 0,40 0 0,-1 0 16,1 0-16,-40 0 15,40 0-15,0 0 0,0 40 0,0-40 0,-1 0 16,1 0-16,0 0 16,0 0-16,0 0 0,0 0 0,0 40 15,0-40-15,-1 0 16,-39 0-16,40 0 0,0 40 0,0-40 15,0 0-15,0 0 0,-41 0 0,41 0 0,0 40 16,-40-40-16,40 0 0,0 0 16,-1 0-16,1 0 0,-40 0 0,40 0 0,0 40 15,0-40-15,0 0 16,-1 0-16,1 0 0,0 0 0,0 0 0,0 0 16,0 40-16,0-40 0,-1 0 15,1 0-15,0 40 0,0-40 0,0 0 16,0 0-16,40 41 0,-40-41 0,0 0 0,-1 0 15,1 40-15,0-40 16,0 0-16,0 40 0,0-40 0,0 0 16,0 40-16,-1-40 0,1 0 15,40 40-15,-40-40 0,0 0 0,0 0 0,40 40 16,-40-40-16,0 0 16,0 0-16,-1 40 0,1-40 0,0 0 15,0 0-15,0 0 16,0 0-16,0 0 15,0 0-15,-1 0 0,1 0 16,0 0-16,0 0 16,0 0-16,0 0 0,0 0 0,0 0 15,-1 0-15,1 0 0,0 0 16,0 0-16,0 0 0,0 0 0,40 40 16,-40-40-16,0 0 15,-1 0-15,1 0 16,0 0-1,0 0 1,0 0-16,0 0 0,0 0 0,0 0 16,-1 0-16,1 0 15,0 0-15,0 40 0,0-40 0,0 0 0,-40 41 16,39-41-16,1 0 0,0 0 16,0 0-16,0 0 0</inkml:trace>
  <inkml:trace contextRef="#ctx0" brushRef="#br0" timeOffset="11019.4262">27567 3729 0,'0'-40'62,"40"40"-31,-40 40-15,40-40 0,0 40-16,0 0 15,0 1 1,1-1-16,-1 0 15,0 0-15,-40 0 0,40 0 0,0 0 16,-40 0-16,0 0 16,40 0-16,-40 1 0,0-1 0,0 0 0,40 0 15,-40 0-15,0 0 16,0 0-16,0 0 0,0 0 0,0 41 0,0-41 16,0 0-16,0 0 0,0 40 15,0-40-15,0 40 0,0-39 0,0 39 16,0 0-16,0 0 0,40 0 0,-40-39 0,41 39 0,-41 0 15,40-40-15,-40 40 16,40-40-16,-40 41 0,0-41 0,0 40 0,40-40 16,0 0-16,-40 40 15,40-40-15,-40 1 0,40-1 0,-40 40 0,40-40 0,-40 40 16,41-40-16,-1 40 16,0-39-16,0 39 0,-40 0 0,40-40 0,0 40 15,0 1-15,-40-1 0,40 0 16,-40-40-16,41 40 0,-41 0 0,0 1 0,40-41 15,-40 40-15,0-40 0,0 40 0,0-40 0,0 1 16,0 39-16,0-40 16,40 0-16,-40 0 0,0 40 0,0-40 0,0 0 15,40 1-15,-40 39 16,0-40-16,40 0 0,-40 40 0,40-40 0,-40 41 0,0-1 16,0-40-16,40 40 15,-40-40-15,0 40 0,0 1 0,0-41 0,0 40 16,0 0-16,0-40 0,0 40 0,0 1 0,0-41 15,0 40-15,0-40 0,0 40 16,0-40-16,0 41 0,0-41 0,0 40 0,0-40 16,-40 40-16,40-40 15,0 41-15,0-41 0,0 0 0,0 40 0,0-40 16,0 0-16,0 0 0,0 0 16,0 0-16,0 1 0,0-1 0,0 0 15,0 0-15,0 40 0,0-40 16,0 0-16,0 0 0,0 1 0,0-1 15,0 0-15,0 0 0,0 0 0,0 0 0,0 0 16,0 0-16,0 0 0,0 0 16,0 1-16,0-1 0,0 0 0,0 0 15,0 0-15,0 0 0,0 0 16,0 0-16,0 0 0,0 1 16,0-1-16,0 0 15,0 0-15,0 0 0,0 0 16,0 0-16,40 0 0,-40 0 0,41 0 15,-41 1-15,0-1 16,0 0-16,0 0 0,0 0 16,0 0-1,0 0-15,0 0 0,-41-40 0,41 40 0,0 1 16,-40-41-16,40 40 16,0 0-16,0 0 0,-40-40 15,40 40-15,0 0 16,-40-40-16,40 40 0,0 0 0,0 0 15,-40-40-15,40 40 0,0 1 0,0-1 16,-40-40-16,40 40 16,0 0-16,0 0 0,-40 0 0,40 0 15,0 0-15,0 0 16,0 1-16,0-1 16,0 0-16,0 0 15,-41-40-15,41 40 0,0 0 0,0 0 16,-40-40-16,40 40 15,-40-40 1</inkml:trace>
  <inkml:trace contextRef="#ctx0" brushRef="#br0" timeOffset="12109.3596">13161 15721 0,'0'0'0,"0"-40"32,-40 40 30,40 40-62,-40-40 16,40 80-16,-40-80 0,40 40 0,-40 0 0,0 0 15,40 0-15,-40 0 16,40 1-16,0-1 0,0 0 0,0 0 0,0 0 16,40 0-16,0 0 15,0 0-15,0-40 0,0 0 16,0 0-16,1 0 0,-1 0 0,0-40 15,0-40-15,-40 40 16,40 0-16,-40 0 0,0 0 0,0-1 16,0 1-16,0 0 15,0 0-15,0 0 0,-40 40 0,40-40 0,-40 0 16,0 40 0,40-40-16,-40 40 0,-1 0 0,1 0 15,0 40 1,40 0-1</inkml:trace>
  <inkml:trace contextRef="#ctx0" brushRef="#br0" timeOffset="13009.3058">26965 14678 0,'0'-80'15,"0"160"-15,0-200 16,40 80-1,0 40 1,81 0-16,-81 0 16,160 0-1,-160 0-15,41 40 32,-41 160-17,-241 1 1,1-41-1,119-120 17,81 0-17,161-40 1,-1 0 15,-39 81-15,-41-1-1,40-80 1</inkml:trace>
  <inkml:trace contextRef="#ctx0" brushRef="#br0" timeOffset="13389.2839">28450 14678 0,'-41'-80'15,"82"160"-15,-122-160 0,1 40 16,80 80 0,40 40-1,-40-40-15,40-40 16,-40 40-16,40 0 0,-40 0 0,41 0 0,-41 1 16,0-1-16,0 0 15,0 0-15,0 0 0,0 0 16,-41 0-16,1-40 0,0 0 15,40 40-15,-40-40 16,0 0-16,40-40 0,0-40 16,0 40-1,40 0-15,-40 0 0,40 0 0,-40-1 0,80 1 16,-80 0-16,0 0 0,0 0 16,41 0-16,-1 0 0,-40 0 0,0 0 15,40 40 1,-40-40-16,40-1 0,0 1 0,0 40 15,0-40-15,0 40 0,1 0 0,-1 0 0,0-40 16,40 40-16,-40 0 0,0-40 16</inkml:trace>
  <inkml:trace contextRef="#ctx0" brushRef="#br0" timeOffset="13639.2306">29533 14317 0,'-40'0'0,"80"0"0,-120 0 0,40 40 31,40 0-31,0 0 0,0 0 0,-40 1 16,40-1-16,0 0 16,0 0-16,0 0 0,0 0 0,0 0 15,-41 0-15,41 0 0,-40 41 16,40-41-16,-40 0 0,0-40 15,0 0-15,0 0 0,40-40 16,0 0 0</inkml:trace>
  <inkml:trace contextRef="#ctx0" brushRef="#br0" timeOffset="13769.261">29332 14518 0,'81'-121'16,"-162"242"-16,202-282 0,39 1 15,-120 160-15,1-40 0,79-1 16,201 1 15,-80 0-31</inkml:trace>
  <inkml:trace contextRef="#ctx0" brushRef="#br0" timeOffset="14889.1949">9149 3489 0,'-40'-81'16,"80"162"-16,-80-202 15,40 81 1,80 40 0,0-40-1,-40 40 1,81 120 0,-81 41-1,-80 79 1,-81 1 15,-39-121-15,160-160 15,40 0-15,0 40-1,80-40 1,41 80-1,-41 0 1</inkml:trace>
  <inkml:trace contextRef="#ctx0" brushRef="#br0" timeOffset="15129.1816">10232 3448 0,'0'0'15,"0"-40"-15,-40 40 16,0 0-16,0 81 31,0 79-15,40 0 0,0-79 15,-40-1-16,-1-80-15</inkml:trace>
  <inkml:trace contextRef="#ctx0" brushRef="#br0" timeOffset="15249.1002">10032 3529 0,'40'-40'16,"-80"80"-16,80-161 0,40-39 16,-40 120-16,0 0 0,40-40 15,161-41 1,-161 81-16</inkml:trace>
  <inkml:trace contextRef="#ctx0" brushRef="#br0" timeOffset="15469.087">11035 2847 0,'0'0'0,"-40"0"15,80 40 17,80 201-17,-120-1 1,-160-79 15,-1-121-31</inkml:trace>
  <inkml:trace contextRef="#ctx0" brushRef="#br0" timeOffset="15589.0806">10995 2967 0,'120'-200'31,"-240"400"-31,280-481 0,41 121 16,-161 120-16,161 0 16,79 40-1</inkml:trace>
  <inkml:trace contextRef="#ctx0" brushRef="#br0" timeOffset="16819.0058">18699 15119 0,'-40'0'0,"0"-40"16,0 40-1,80 0 1,-40 40-1,0 0-15,40 0 16,-40 0-16,0 1 0,0 39 0,0-40 0,0 0 16,0 0-16,0 0 15,-40 0-15,40 0 0,0 0 0,-40 1 0,40-1 16,0 0-16,-41 0 16,41 0-16</inkml:trace>
  <inkml:trace contextRef="#ctx0" brushRef="#br0" timeOffset="17048.9961">18418 15199 0,'0'0'0,"-40"-40"0,40 0 15,-40 40-15,40-40 0,0 0 0,0 0 0,0 0 16,40 0-16,-40-1 0,40 1 0,-40 0 15,80 40-15,-40-40 16,1 0-16,-1 40 0,0 0 0,0-40 0,0 40 16,0 0-16,0 0 15,0 0-15,1 0 16,-41 40-16</inkml:trace>
  <inkml:trace contextRef="#ctx0" brushRef="#br0" timeOffset="17248.9802">18418 15721 0,'-40'40'31,"80"-80"-31,-80 120 0,80-80 16,0 0-1,161-40 1,-1 0-1</inkml:trace>
  <inkml:trace contextRef="#ctx0" brushRef="#br0" timeOffset="17529.0415">19702 14758 0,'0'0'0,"-40"-40"0,-40-40 32,40 80-32,-1 0 15,1 120 1,40 241 15,-80 0-15,-80-40-1,79-121 1,81-119 0</inkml:trace>
  <inkml:trace contextRef="#ctx0" brushRef="#br0" timeOffset="17748.969">20023 15320 0,'-80'-40'16,"40"40"-16,0 0 15,40 40 1,0 160 0,40 1-1,-40-1 1,-40-79-1</inkml:trace>
  <inkml:trace contextRef="#ctx0" brushRef="#br0" timeOffset="18029.01">19983 15560 0,'40'-120'16,"-80"240"-16,80-320 0,40-41 15,-80 201-15,40 0 0,41-40 32,79 40-17,1 40 1,-81 200 15,-200 1-15,-121-81-1,0-40 1,81-40 0</inkml:trace>
  <inkml:trace contextRef="#ctx0" brushRef="#br0" timeOffset="18688.972">18177 17485 0,'-40'0'0,"80"0"0,-120 0 0,40-40 32,0 40-32,40 40 15,0 41 1,40 79-1,-40 0 17,0-79-17,-40-41 1,0-40 15,40-161-15,0-39-1,40-41 1,80 81 15,-40 79-15,-39 81 0,-41 41-1,-41 119 16,-119 0-15,-1-79 0,121-41 15,0-40-31</inkml:trace>
  <inkml:trace contextRef="#ctx0" brushRef="#br0" timeOffset="18898.8944">18418 17365 0,'0'0'0,"0"40"32,0 0-32,-40-40 15,40 40-15,0 0 0,0 1 0,0-1 0,0 0 16,0 0-1,0 0-15,0 0 16</inkml:trace>
  <inkml:trace contextRef="#ctx0" brushRef="#br0" timeOffset="19088.9498">18619 17325 0,'0'0'0,"-40"-40"16,-1 0-1,41 0 1,41-1 0,-1 41-16</inkml:trace>
  <inkml:trace contextRef="#ctx0" brushRef="#br0" timeOffset="19308.8782">18940 17245 0,'0'0'16,"-40"0"-16,40 40 16,0 0-1,40 0-15,-40 0 0,80 0 16,-80 0-16,0 0 0,40 1 0,-40-1 0,40 0 15,0 0-15,-40 0 0,0 0 16,40 0-16,-40 0 0,0 0 16,41-40-16,-1 0 31,0 0-15,-40-40-16</inkml:trace>
  <inkml:trace contextRef="#ctx0" brushRef="#br0" timeOffset="19488.9245">19421 17525 0,'0'-40'0,"0"80"0,-80-80 32,40 40-32,-40 40 15,-41 1 1,1 79 15,40 0-15,-1-80-16</inkml:trace>
  <inkml:trace contextRef="#ctx0" brushRef="#br0" timeOffset="20048.8324">19301 17766 0,'0'0'0,"40"-40"16,40 0-1,121-80 1,-41 39 0,-79 1 15,-81 40-15,-81 40-1,1 80 1,80 0 15,40 1-15,40-41-1,-39-40-15,79-40 32,40-81-17,-39 1 1,-41-81-1,-40-39 17,0 120-17,-40 79 1,-40 41 15,-80 201-15,40 120-1,-1 0 1,81-121 15,0-160-31</inkml:trace>
  <inkml:trace contextRef="#ctx0" brushRef="#br0" timeOffset="21178.8276">6179 8782 0,'0'-40'31,"0"80"-31,0-120 16,41 80-16,39 40 15,80 201 1,-120 0 15,-80-81-15,-160-80-1,-41-80 17,121-200-17,120-41 1,0 81-1,40 79 17,0 81-17,-40 41-15</inkml:trace>
  <inkml:trace contextRef="#ctx0" brushRef="#br0" timeOffset="21458.8105">7142 8422 0,'-40'0'0,"40"-41"15,-40 41-15,40 81 31,0 79-15,0-40 0,-40 81-16,0-41 15,0 41 1,0-1 0</inkml:trace>
  <inkml:trace contextRef="#ctx0" brushRef="#br0" timeOffset="21658.8002">7544 8582 0,'-121'40'32,"81"0"-32,0 121 15,40 119 1,0 1-1,0-80 17,40-161-32</inkml:trace>
  <inkml:trace contextRef="#ctx0" brushRef="#br0" timeOffset="21958.7878">7544 8823 0,'0'-41'0,"0"82"0,-40-282 31,40 201-31,80-80 16,-40 39 0,201 1-1,-121 80-15,-80 80 31,-160 121-15,-81-81 0,1-40 15,79-40-15,81 41-16</inkml:trace>
  <inkml:trace contextRef="#ctx0" brushRef="#br0" timeOffset="22538.7431">5618 11309 0,'0'0'16,"-81"40"0,41 81-1,40 159 1,0 1 15,0-121-31,-40-39 31,0-81-15,40-80 0,0-201-1,40 81-15,121-322 31,-1 1-15,-80 321 0,-39 120 15,-1 160-15,-40 121-1,-241-1 1,80-79 15,81-121-15,80-80-1</inkml:trace>
  <inkml:trace contextRef="#ctx0" brushRef="#br0" timeOffset="22748.6582">6340 11229 0,'-80'0'32,"40"0"-32,40 80 15,-81 81 1,81 39 15,0-40-15,0-119-16,0-1 15</inkml:trace>
  <inkml:trace contextRef="#ctx0" brushRef="#br0" timeOffset="22898.6658">6581 10908 0,'-40'0'15,"80"0"-15,-121-40 0,1 0 0,80 0 32</inkml:trace>
  <inkml:trace contextRef="#ctx0" brushRef="#br0" timeOffset="23348.6227">6821 10868 0,'0'40'16,"0"-80"-16,81 200 15,-41-120-15,80 121 32,-40-81-32,1 81 15,-81-1 16,0-120-15,-40-40 0,-1-120 15,41-81-15,41 1-1,-41 160 1,-41 40-1,41 40 1,-40 0-16,40 0 16,-80 120-1,0 1 17,0-1-17,39-120-15</inkml:trace>
  <inkml:trace contextRef="#ctx0" brushRef="#br0" timeOffset="23968.6589">7343 10868 0,'0'-40'0,"0"0"16,40 0 0,-40 80 30,0 0-30,-40-40-16,40 40 16,-40-40-16,0 40 0,40 0 0,-40-40 0,0 40 15,40 0-15,-41 0 16,41 1-16,-40-1 0,40 0 0,-40 0 0,40 0 16,-40 0-16,40 0 15,-40 0-15</inkml:trace>
  <inkml:trace contextRef="#ctx0" brushRef="#br0" timeOffset="24578.6224">7664 11149 0,'40'-40'0,"-40"-1"31,40 1-31,-40 0 0,41 40 16,-41-40-16,40 0 15,-40 0-15,0 0 0,40 40 0,-40-40 16,0 0-16,0 0 0,-40 40 31,40 40-31,-40-40 0,40 80 16,-41-80-16,41 40 15,-40 0-15,40 40 0,0-40 0,0 0 0,-40 1 16,40-1-16,0 0 0,0 0 16,40 0-16,0 0 0,1-40 15,-1 0-15,0 0 0,0 0 0,0 0 16,0-80-16,0 40 15,0 40-15,-40-40 0,41 0 0,-41-1 16,40 1-16,0 0 0,-40 0 16,0 0-16,40 0 0,-40 0 0,0 0 0,40 0 15,-40 0-15,0-1 16,0 1-16,0-40 0,0 40 0,0 0 0,0 0 16,0 0-16,0 0 0,0-1 15,-40 1-15,40 0 16,-40 40-16,40 80 15,-40-80 1,40 41-16,0-1 0,0 0 0,-40 40 0,40-40 16,0 40-16,0 1 0,0-1 15,0 0-15,0 0 0,0 0 0,0 41 0,0-41 16,0 0-16,0 0 16,0 1-16,40-1 0,-40 0 0,40 0 0,0-40 15</inkml:trace>
  <inkml:trace contextRef="#ctx0" brushRef="#br0" timeOffset="495654.1846">20384 3007 0,'-40'0'47,"40"40"0,0 1-47,-40-1 31,40 0-31,0 0 16,0 0 15,0 0-16,40 0 1,-40 0-16,0 0 16,0 0-16,0 1 15</inkml:trace>
  <inkml:trace contextRef="#ctx0" brushRef="#br0" timeOffset="495914.1703">20424 4090 0,'0'0'0,"0"40"16,0 0-1,0 0 1,-40-40-16,40 41 15,0-1 1,-40-40-16,40 40 16,-40-40-1,40 40-15</inkml:trace>
  <inkml:trace contextRef="#ctx0" brushRef="#br0" timeOffset="496104.1581">20264 4692 0,'0'40'15,"0"0"1,0 0 0,40 0-1,-40 0 1</inkml:trace>
  <inkml:trace contextRef="#ctx0" brushRef="#br0" timeOffset="496284.073">20464 5574 0,'0'0'0,"-40"40"31,40 0-16,0 0 1,0 0 0</inkml:trace>
  <inkml:trace contextRef="#ctx0" brushRef="#br0" timeOffset="496464.1367">20304 6416 0,'0'0'16,"0"40"-16,40 81 31,0-41-15,0 40 0,-40-80-16</inkml:trace>
  <inkml:trace contextRef="#ctx0" brushRef="#br0" timeOffset="496954.1078">20384 8141 0,'0'40'15,"0"-80"-15,-40 120 16,0-40-16,40 0 16,0 0-16,0 0 0,0 1 15,0-1 1,0 0-16,0 0 15,0 0-15,0 0 16,0 0 0,-40-40-16,0 40 0,40 0 15,-40-40 1,40 40-16,0 1 0,0-1 16,0 0-16,0 0 15,80 0-15,-80 0 0,40 0 0,0 0 16,-40 0-16,0 1 31,-40-41-31,0 40 16,0-40-1,40 40-15,-40 0 32,40 0-17</inkml:trace>
  <inkml:trace contextRef="#ctx0" brushRef="#br0" timeOffset="497914.0538">20063 9625 0,'0'40'15,"0"-80"-15,-40 160 16,40-80-16,0 0 16,40 0-1,-40 0 1,0 1-1,0 79 1,0-80-16,0 80 31,0-80-31,0 0 0,0 41 16,80-41-16,-80 80 16,41-80-16,-41 0 15,0 0 1,-41 41-1,1-1 17,40 40-17,-40 0 1,40-79 0,0-1-16,0 0 15,0 0-15,0 40 16,-40-40-16,40 0 0,0 41 31,0-41-31,0 0 0,0 40 31,0 40-15,0 41 0,0-81-1,-40-80-15,40 160 16,0-120-16,0 1 0,0 79 15,0-80 1,0 0 0,0 40 15,0 0-15,-40 81-1,40-41 1,0-80-1,0 41 1,0-41-16,0 0 31,0 40-15,0 0 0,0-40-16,0 40 31,0-39-31,0-1 0,0 0 15,40-40-15,-40 40 16,0 0 0,0 0-1,0 0 1,0 0-16,0 0 0,0 1 16,0-1-16,0 0 15,-40 0-15,40 0 16,0 0-16,0-80 62,0 0-62</inkml:trace>
  <inkml:trace contextRef="#ctx0" brushRef="#br0" timeOffset="499223.9114">12359 8702 0,'40'0'46,"-40"40"1,40-40-15,-40 40-32,40-40 0,0 0 15,1 0-15,-1 0 0,0 0 0,0 0 16</inkml:trace>
  <inkml:trace contextRef="#ctx0" brushRef="#br0" timeOffset="499413.9629">13603 8903 0,'0'0'0,"80"-80"16,-80 39-16,40 41 31,-40-40-31,40 40 16,0 0-16,1 0 0,-1 0 15,-40 40-15</inkml:trace>
  <inkml:trace contextRef="#ctx0" brushRef="#br0" timeOffset="499583.9534">14325 8863 0,'0'0'16,"40"0"0,0 0-1,41-40 1,-1-1 0,-40 41-16</inkml:trace>
  <inkml:trace contextRef="#ctx0" brushRef="#br0" timeOffset="499733.9435">15569 8823 0,'40'0'15,"-80"0"-15,120-41 16,-40 41-1</inkml:trace>
  <inkml:trace contextRef="#ctx0" brushRef="#br0" timeOffset="499913.9327">16893 8823 0,'-40'0'16,"40"-41"-1,80 41 1,81-40 0,-121 40-16,40 0 15</inkml:trace>
  <inkml:trace contextRef="#ctx0" brushRef="#br0" timeOffset="500143.8489">19060 8742 0,'-40'-40'15,"0"40"-15,40-80 16,0 40-16,160-40 31,-79 80-31</inkml:trace>
  <inkml:trace contextRef="#ctx0" brushRef="#br0" timeOffset="500303.8347">19903 8542 0,'0'0'15,"80"0"1,-40-40-16,0 40 16,0 0-1,0 0-15</inkml:trace>
  <inkml:trace contextRef="#ctx0" brushRef="#br0" timeOffset="500463.9009">21147 8542 0,'-41'0'16,"41"-40"-1,0 0-15,0 0 16,41 40-16,-1-41 16,200 41-1,-159 0-15,39 0 0</inkml:trace>
  <inkml:trace contextRef="#ctx0" brushRef="#br0" timeOffset="500603.8935">22029 8422 0,'0'0'16,"0"-41"-16,41 1 31,39 40-31,-40-40 0,0 40 0,121-40 16</inkml:trace>
  <inkml:trace contextRef="#ctx0" brushRef="#br0" timeOffset="500763.8836">22992 8301 0,'41'0'16,"-1"0"-16,0 0 15,80-40 1,81 0-1,-41 0 1</inkml:trace>
  <inkml:trace contextRef="#ctx0" brushRef="#br0" timeOffset="500893.8027">24156 8061 0,'40'0'47,"0"0"-47,0 0 0,1 0 0,-1-41 16,0 41-16,0 0 0</inkml:trace>
  <inkml:trace contextRef="#ctx0" brushRef="#br0" timeOffset="501093.7875">24999 7980 0,'40'0'15,"0"0"17,0 0-32,0 0 15,0 0-15,0 0 16,1-40-16,-1 40 0,0 0 0,0 0 16,0 0-1,0 0-15,0 0 0,1 0 0,-1 0 0,0 0 16</inkml:trace>
  <inkml:trace contextRef="#ctx0" brushRef="#br0" timeOffset="501253.8567">25962 7980 0,'0'0'15,"0"-40"17,40 40-17,0 0-15,0 0 16,0 0-16,0-40 15,1 40-15,-1 0 0,0 0 0,0 0 16</inkml:trace>
  <inkml:trace contextRef="#ctx0" brushRef="#br0" timeOffset="501653.8297">26724 7860 0,'40'0'16,"0"0"-16,1 0 15,-1 0-15,0 0 16,0 0-16,0 0 16,0 0-16,0 0 15,0 0-15,1 0 0,-1 0 16,0 0-16,0 0 15,0 0 1,0 0-16,0 0 16,0 0-16,1 0 0,-1 0 0,0 40 0,0-40 15,0 0-15,0 0 0,0 40 16,0-40-16,1 0 0,-1 0 31,0 0-31,0 0 16,0 0-16,0 0 0,0 0 15,0 0-15,1 0 0,39 0 16,-40 0-16,40 0 0,0 0 0,-39 0 0,39 0 16,-40 0-16,0 0 15,0 0-15</inkml:trace>
  <inkml:trace contextRef="#ctx0" brushRef="#br0" timeOffset="501993.8113">29172 7940 0,'0'0'0,"40"0"16,0 0-1,40-80 1,41 40 15,-81 40-31,0 0 0,80 0 16,-120-40-16,41 40 0,-1 0 31,-40 40 0,-40-40 32,-1 0-48</inkml:trace>
  <inkml:trace contextRef="#ctx0" brushRef="#br0" timeOffset="504703.5786">20545 13996 0,'0'-40'0,"0"0"31,40 40-31,0 0 31,-40 40-15,0 0-16,0 0 15,0 0 1,0 0-16,0 1 0,0-1 16,0 0-16,0 0 15,0 0-15,0 0 16</inkml:trace>
  <inkml:trace contextRef="#ctx0" brushRef="#br0" timeOffset="505103.628">20826 14157 0,'0'-41'0,"0"82"0,0-122 0,40 41 31,0 40-15,80 0-1,-40 80 1,-80 1 15,-40 39-15,-160-80 0,119 0-1,122-40 16,-1 0 1,0 0-32,0 0 0,0 0 15,0 0-15,0 0 16,0 0-16,-40 40 0,41-40 16,-1 0-1,0 0 1,0 0-16</inkml:trace>
  <inkml:trace contextRef="#ctx0" brushRef="#br0" timeOffset="505993.5024">21668 14116 0,'0'-40'15,"40"40"32,0 0-31,1 0-1,-1 0-15,0 0 16,0 0-16,0 40 16,0-40-1,-40 41 1,0-1-1,-40-40-15,0 40 16,0 0 0,0-40-16,40 40 15,-40-40-15,-1 40 0,1-40 16,40 40 0,-40-40-16,40 40 0,-40 0 15,40 1-15,40-41 31,-40 40-31,40-40 16,0 0-16,1 0 16,-1 0-16,0 0 15,-40-40 1,40-1-16,-40 1 16,40 40-16,-40-40 15,0 0 1,-40 0-1,0 40 1,40-40-16,-40 40 0,40-40 0,-40 0 16,-1 40-16,41-40 15,-40 40-15,40-41 16,0 1 0,40 40-1,1 0-15,-1 0 16,0 0-16,0 0 15,0 0-15</inkml:trace>
  <inkml:trace contextRef="#ctx0" brushRef="#br0" timeOffset="507123.439">9951 8462 0,'40'0'31,"1"-40"-16,-41 80 17,0 0-17,0 0 1,-41-40-16,1 40 0,40 0 16,0 0-1,0 0-15,81 0 0,-81 0 16,0 1-16,0-1 0,0 0 0,0 0 15,0 0-15,0 0 16,-41-40-16</inkml:trace>
  <inkml:trace contextRef="#ctx0" brushRef="#br0" timeOffset="507543.4261">10312 8622 0,'41'0'16,"-82"0"-16,202-80 31,-121 80-31,80 0 16,-79 0-1,-1 0-15,-40 120 16,-81 0 15,-39 1-15,40-81-1,40 0 17,120-40-17,-40 0 1,40 0-1,-40 40 1,81 0 0,-81 0-1</inkml:trace>
  <inkml:trace contextRef="#ctx0" brushRef="#br0" timeOffset="508063.4515">11235 8662 0,'41'-80'15,"-1"80"-15,0-40 32,40 40-17,-80 40 1,0 0-1,0 40 1,-40-40 0,0 0-16,-121 81 31,161-81-31,-40-40 0,0 80 16,0 0-1,120 1 1,0-81-1,41-41 1,-1-39 15,-120 0-15,-80-80 0,40 119-1,-40-39-15,-41-40 31,81 40-15,120 40 0,121 40 15,-161 40-31</inkml:trace>
  <inkml:trace contextRef="#ctx0" brushRef="#br0" timeOffset="512023.1424">17736 9905 0,'-40'0'0,"0"0"31,-1 0-15,1 41-1,0-41 32,0 0-16,0 0-31,0 0 0,0 0 16,0 0-16,-1 0 16,1 40-16,0-40 0</inkml:trace>
  <inkml:trace contextRef="#ctx0" brushRef="#br0" timeOffset="512253.2071">17014 9986 0,'0'0'0,"0"-40"15,0-1 17,-41 41-32,1 0 15,0 0-15,0 0 16,40 41-16,-40-41 15,0 0 1</inkml:trace>
  <inkml:trace contextRef="#ctx0" brushRef="#br0" timeOffset="512523.1882">16532 9986 0,'-40'0'0,"80"0"0,-160 0 31,80-40-31,-1 40 15,1 0 17,0 0-17,0 0-15,0 0 16,0 0 0,0 0-16,40 40 0,-40-40 15,-1 0-15,1 0 0,0 0 16,40 40-1,-40-40-15,0 0 32</inkml:trace>
  <inkml:trace contextRef="#ctx0" brushRef="#br0" timeOffset="512713.177">15529 10066 0,'-80'40'31,"160"-80"-31,-200 80 0,79-40 0,1-40 31,0 40-31,0 0 31,0 0-15,-40 0 0,40 0-1</inkml:trace>
  <inkml:trace contextRef="#ctx0" brushRef="#br0" timeOffset="512863.0966">14847 10106 0,'-40'0'15,"80"0"-15,-120 0 0,39 0 16,1 0 0,0 0 15,0 0-31</inkml:trace>
  <inkml:trace contextRef="#ctx0" brushRef="#br0" timeOffset="513023.1212">13803 10146 0,'0'0'0,"-40"-40"32</inkml:trace>
  <inkml:trace contextRef="#ctx0" brushRef="#br0" timeOffset="513293.0671">13001 10106 0,'0'0'15,"-40"40"1,-40-40 0</inkml:trace>
  <inkml:trace contextRef="#ctx0" brushRef="#br0" timeOffset="513473.1339">12519 10146 0,'-40'0'16,"80"0"-16,-80 40 0,0-40 16,0 0 46,0 0-62,0 0 16</inkml:trace>
  <inkml:trace contextRef="#ctx0" brushRef="#br0" timeOffset="514922.9732">9510 10066 0,'0'-40'0,"40"0"62,-40 0-30,0 80 93,0 0-125,0 0 15,0 0 1,0 0-16,0 0 0,0 0 15,0 0-15,0 0 16,0 1-16,0-1 0,0 0 0,0 0 16,-40 0-16,40 0 15,0 0-15,-40 0 0,40 0 16</inkml:trace>
  <inkml:trace contextRef="#ctx0" brushRef="#br0" timeOffset="515392.9559">9951 10066 0,'0'-40'0,"0"80"0,0-120 0,0 40 31,-40 40-16,40 80 1,-40-40 15,40 120-15,40-80 0,40-39-1,1-41 1,39-81-1,-80-39 17,-40 80-17,-80-40 1,40 80 0,-40 0-1,39 0 1,122 0 15,-41 40-31</inkml:trace>
  <inkml:trace contextRef="#ctx0" brushRef="#br0" timeOffset="515752.9965">10754 9946 0,'0'-41'0,"0"82"0,-40-82 0,-41 41 32,41 0-32,-40 41 15,80 119 1,0-80 0,40-40 15,121-80-16,-81-40 1,-40-80 15,-40 79-15,-40 41 0,0 40-1,-40 0-15,-1 80 31,1 1-31</inkml:trace>
  <inkml:trace contextRef="#ctx0" brushRef="#br0" timeOffset="517492.8217">17575 9946 0,'40'-41'0,"1"41"31,-41 41 32,-41-41-63,1 40 15,40 0-15,0 0 31,-40-40-31</inkml:trace>
  <inkml:trace contextRef="#ctx0" brushRef="#br0" timeOffset="517692.8129">17455 10347 0,'0'40'15,"0"0"1,0 0 0,0 0-1,0 0 1</inkml:trace>
  <inkml:trace contextRef="#ctx0" brushRef="#br0" timeOffset="517892.8014">17335 11109 0,'0'0'16,"40"0"-16,-40 40 16,40-40-1,0 120 1,-40-40 15,0 0-31</inkml:trace>
  <inkml:trace contextRef="#ctx0" brushRef="#br0" timeOffset="518062.7855">17615 11750 0,'0'0'16,"0"40"-16,0 0 15,0 1 17,0-1-32,0 0 15,0 0 1,0 0-16,0 0 16</inkml:trace>
  <inkml:trace contextRef="#ctx0" brushRef="#br0" timeOffset="518252.8502">17535 12512 0,'0'40'16,"0"-80"-16,-40 80 0,40 0 15,-40 1-15,40-1 16,0 0-1,-40 0 1</inkml:trace>
  <inkml:trace contextRef="#ctx0" brushRef="#br0" timeOffset="518562.7558">17335 13074 0,'0'40'16,"0"0"-16,0 0 31,0 40-15,-41 0-1,1-39 17,40-1-17,0 80 1,-40 0-1,0-80 17,40 1-17</inkml:trace>
  <inkml:trace contextRef="#ctx0" brushRef="#br0" timeOffset="519422.7051">16893 14357 0,'0'0'0,"40"0"31,-40-40-15,40 40 0,1 0-1,-122 0 16,41 0-31,40 40 16,-40-40-16,0 0 0,0 0 16,0 0-16,0 0 15,-1 0 1,41 40-16,-40-40 0,40 40 16,0 0 46,0 1-62,0-1 0,0 0 16,0 0-16,0 0 15,0 0-15,0 0 16,40-40-16,1 0 31,-1 0-15,0 0-1,0 0 1,0 0 0,-40 40-16,40 0 15,-40 0-15,0 1 16,0-1 0,-40 0-16,40 0 15,-40-40 1,40 40-16,-40-40 0,40 40 15,-40-40-15,0 0 16,-1 0-16,1 0 16,0 0-1,40-40-15,-40 40 0,40-40 16,0 0-16</inkml:trace>
  <inkml:trace contextRef="#ctx0" brushRef="#br0" timeOffset="519672.7659">16853 14477 0,'-40'-40'16,"40"0"-16,0 0 31,120 0-16,41 40 1,-81 0 15,0 0-31</inkml:trace>
  <inkml:trace contextRef="#ctx0" brushRef="#br0" timeOffset="520162.6826">17776 14437 0,'-40'0'78,"40"40"-78,-40-40 0,0 41 0,40-1 16,-41-40-16,41 40 15,-40 0-15,40 0 16,0 0-1,40-40 1,1 0 0,-1 0-16,0 0 0,0 0 0,-40-40 15,40 40-15,0-40 16,0 40-16,0 0 0,-40-40 0,41 0 16,-1 0-16,-40-1 15,-40 41 1,-41 0-16,41 0 15,0 0 1,0 0-16,0 0 16</inkml:trace>
  <inkml:trace contextRef="#ctx0" brushRef="#br0" timeOffset="521182.6011">24236 9464 0,'40'0'93</inkml:trace>
  <inkml:trace contextRef="#ctx0" brushRef="#br0" timeOffset="521392.5911">24357 9865 0,'0'-40'16,"0"80"46,40-40-62,-40 40 16,0 1-16</inkml:trace>
  <inkml:trace contextRef="#ctx0" brushRef="#br0" timeOffset="521562.6486">24317 10427 0,'0'80'15,"0"-40"17,0 0-17,0 0 1,0 0-16,0 1 16</inkml:trace>
  <inkml:trace contextRef="#ctx0" brushRef="#br0" timeOffset="521762.6476">24276 11189 0,'-40'40'31,"80"-80"-31,-120 120 0,120-80 47,-40 40-47,40-40 16,-40 40-1,41-40-15,-41 40 0,0 0 16,0 1 0</inkml:trace>
  <inkml:trace contextRef="#ctx0" brushRef="#br0" timeOffset="522562.5986">24236 11630 0,'0'80'16,"0"-160"-16,0 200 0,0-80 15,40-40 1,1 0-16,-1 40 15,0 1 1,-40 39 15,-80 0-15,39 0 0,1 0-1,40-39 16,0-1-15,0 0 0,0 0 15,0 0 0,0 0 0,0 0-15,-40 0-16,40 0 16,-40 0-16,40 1 15,0-1 1,-40-40-16,40 40 16,0 0-1,40 0 1,-40 0-1,0 0-15,0 0 16,0 0 0,0 1-16,0-1 15,0 0 17,40-40-17,-40 40 1,0 0-1,0 0 1,0 0 0,0 0 15</inkml:trace>
  <inkml:trace contextRef="#ctx0" brushRef="#br0" timeOffset="523322.5511">23715 14558 0,'0'-40'15,"0"-1"-15,40 1 16,0 0-1,0 40 1,0 0 0,0 0-1,0 0 1,-40 40-16,41-40 0,-41 40 16,40-40-16,-40 41 0,0-1 15,0 0-15,-40 0 16,-1 0-16,1 0 15,0-40 1,0 40-16,0 0 0,0-40 0,0 0 16,40 40-16,-40-40 15,-1 0-15,1 0 0,0 0 16,80 0 31,0 0-32,1 0-15,-1 0 0,0 0 16,0 40 0,0-40-16,0 41 0,-40-1 0,40-40 0,0 40 15,1 0-15,-1-40 16,0 40-16,0-40 16,0 0-16</inkml:trace>
  <inkml:trace contextRef="#ctx0" brushRef="#br0" timeOffset="523762.5239">24477 14598 0,'-40'-40'16,"80"80"-16,-80-120 15,0 80-15,0 0 32,0 40-32,-41 0 31,81 40-15,40 0-1,41 0 1,-1-80 15,0-80-15,-40 0-1,-40 0 1,-40 80 15,-80 0-15,40 0-1</inkml:trace>
  <inkml:trace contextRef="#ctx0" brushRef="#br0" timeOffset="524282.4933">24959 14558 0,'40'0'15,"-121"-40"1,41 40 0,0 0-16,0 40 15,0-40 1,40 40-16,-40 0 0,40 0 15,0 0 1,0 0-16,0 0 0,40-40 16,-40 40-16,40-40 15,0 0-15,0 0 0,0 0 16,1 0-16,-1 0 0,0 0 0,0-40 0,0 40 16,0-40-16,0 40 15,0-40-15,1 0 0,-1 0 0,-40 0 16,0 0-1,-40 40-15,-1-40 0,1 40 0,-40 0 0,40-41 16,-40 41-16,-1 0 16,41 0-16,-40 0 0,0 0 0,0 0 0,39 0 15,-39 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06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0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18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7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6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12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56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76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58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7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33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2E809-8889-48DF-924C-097CD9DBA5C7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88BD9-CB82-4395-AB18-843F11BE6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58840" y="62640"/>
              <a:ext cx="11921760" cy="6715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480" y="53280"/>
                <a:ext cx="11940480" cy="673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818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000" y="98280"/>
              <a:ext cx="11430360" cy="66618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60" y="88920"/>
                <a:ext cx="11449080" cy="668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087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937880" y="375120"/>
              <a:ext cx="7536960" cy="5241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8520" y="365760"/>
                <a:ext cx="7555680" cy="52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538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4680" y="660960"/>
              <a:ext cx="11644560" cy="5974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651600"/>
                <a:ext cx="11663280" cy="599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342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4680" y="419760"/>
              <a:ext cx="11278440" cy="5661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410400"/>
                <a:ext cx="11297160" cy="56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04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9000" y="230760"/>
              <a:ext cx="11469960" cy="6482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640" y="221400"/>
                <a:ext cx="11488680" cy="65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460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950120" y="880560"/>
              <a:ext cx="8985600" cy="5602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0760" y="871200"/>
                <a:ext cx="9004320" cy="56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14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2025-07-10T06:40:35Z</dcterms:created>
  <dcterms:modified xsi:type="dcterms:W3CDTF">2025-07-10T07:53:14Z</dcterms:modified>
</cp:coreProperties>
</file>